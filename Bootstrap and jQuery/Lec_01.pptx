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350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443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000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00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66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187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949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077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9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363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0868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096908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8281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6872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834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7010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767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29003A3-CE5D-42C6-8D0C-43A59C9E730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B164C7-8278-44D4-BF5B-660CBBBE6E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2828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432FD-6880-1B87-1025-EA9F435D02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Bootstrap 5</a:t>
            </a:r>
          </a:p>
        </p:txBody>
      </p:sp>
    </p:spTree>
    <p:extLst>
      <p:ext uri="{BB962C8B-B14F-4D97-AF65-F5344CB8AC3E}">
        <p14:creationId xmlns:p14="http://schemas.microsoft.com/office/powerpoint/2010/main" val="4239098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Bootstrap and Why Use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Free, open-source front-end framework</a:t>
            </a:r>
          </a:p>
          <a:p>
            <a:r>
              <a:rPr dirty="0"/>
              <a:t>Provides ready-made CSS and JS components</a:t>
            </a:r>
          </a:p>
          <a:p>
            <a:r>
              <a:rPr dirty="0"/>
              <a:t>Makes websites responsive &amp; mobile-friendly</a:t>
            </a:r>
          </a:p>
          <a:p>
            <a:r>
              <a:rPr dirty="0"/>
              <a:t>Saves development time and ensures consistency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Bootstrap CDN vs Local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CDN (Content Delivery Network):</a:t>
            </a:r>
          </a:p>
          <a:p>
            <a:r>
              <a:rPr dirty="0"/>
              <a:t>  Quick to start, requires internet</a:t>
            </a:r>
          </a:p>
          <a:p>
            <a:r>
              <a:rPr dirty="0"/>
              <a:t>  Example: Link Bootstrap files online</a:t>
            </a:r>
          </a:p>
          <a:p>
            <a:endParaRPr dirty="0"/>
          </a:p>
          <a:p>
            <a:r>
              <a:rPr dirty="0"/>
              <a:t>Local Setup:</a:t>
            </a:r>
          </a:p>
          <a:p>
            <a:r>
              <a:rPr dirty="0"/>
              <a:t>  Download Bootstrap files into project</a:t>
            </a:r>
          </a:p>
          <a:p>
            <a:r>
              <a:rPr dirty="0"/>
              <a:t>  Works offline, customizable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 Structure &amp; Integration with HTML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Typical Project Structure:</a:t>
            </a:r>
          </a:p>
          <a:p>
            <a:r>
              <a:rPr dirty="0"/>
              <a:t> index.html</a:t>
            </a:r>
          </a:p>
          <a:p>
            <a:r>
              <a:rPr dirty="0"/>
              <a:t> </a:t>
            </a:r>
            <a:r>
              <a:rPr dirty="0" err="1"/>
              <a:t>css</a:t>
            </a:r>
            <a:r>
              <a:rPr dirty="0"/>
              <a:t>/bootstrap.min.css</a:t>
            </a:r>
          </a:p>
          <a:p>
            <a:r>
              <a:rPr dirty="0"/>
              <a:t> </a:t>
            </a:r>
            <a:r>
              <a:rPr dirty="0" err="1"/>
              <a:t>js</a:t>
            </a:r>
            <a:r>
              <a:rPr dirty="0"/>
              <a:t>/bootstrap.bundle.min.js</a:t>
            </a:r>
          </a:p>
          <a:p>
            <a:r>
              <a:rPr dirty="0"/>
              <a:t> style.css (custom)</a:t>
            </a:r>
          </a:p>
          <a:p>
            <a:r>
              <a:rPr dirty="0"/>
              <a:t>Include Bootstrap CSS before your own styles.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Bootstrap Grid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Layout based on 12-column grid</a:t>
            </a:r>
          </a:p>
          <a:p>
            <a:r>
              <a:rPr dirty="0"/>
              <a:t>Container: wrapper for rows and columns</a:t>
            </a:r>
          </a:p>
          <a:p>
            <a:r>
              <a:rPr dirty="0"/>
              <a:t>Row: horizontal group of columns</a:t>
            </a:r>
          </a:p>
          <a:p>
            <a:r>
              <a:rPr dirty="0"/>
              <a:t>Column: defined with col- classes (e.g., col-6)</a:t>
            </a:r>
          </a:p>
          <a:p>
            <a:r>
              <a:rPr dirty="0"/>
              <a:t>Example: col-6 + col-6 = full row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49AD2-E257-F3A5-7600-775F712AB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387" y="776809"/>
            <a:ext cx="9404723" cy="1400530"/>
          </a:xfrm>
        </p:spPr>
        <p:txBody>
          <a:bodyPr/>
          <a:lstStyle/>
          <a:p>
            <a:r>
              <a:rPr lang="en-US" dirty="0"/>
              <a:t>Responsive Breakpoints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58D659-9A94-7682-F80B-61D93E96A5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05358" y="2278495"/>
            <a:ext cx="9916971" cy="3937024"/>
          </a:xfrm>
        </p:spPr>
      </p:pic>
    </p:spTree>
    <p:extLst>
      <p:ext uri="{BB962C8B-B14F-4D97-AF65-F5344CB8AC3E}">
        <p14:creationId xmlns:p14="http://schemas.microsoft.com/office/powerpoint/2010/main" val="1533517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Responsive Breakpoints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Breakpoints define layouts for different screen sizes:</a:t>
            </a:r>
          </a:p>
          <a:p>
            <a:r>
              <a:rPr dirty="0"/>
              <a:t> col- (extra small &lt;576px)</a:t>
            </a:r>
          </a:p>
          <a:p>
            <a:r>
              <a:rPr dirty="0"/>
              <a:t> col-</a:t>
            </a:r>
            <a:r>
              <a:rPr dirty="0" err="1"/>
              <a:t>sm</a:t>
            </a:r>
            <a:r>
              <a:rPr dirty="0"/>
              <a:t>- (small ≥576px)</a:t>
            </a:r>
          </a:p>
          <a:p>
            <a:r>
              <a:rPr dirty="0"/>
              <a:t> col-md- (medium ≥768px)</a:t>
            </a:r>
          </a:p>
          <a:p>
            <a:r>
              <a:rPr dirty="0"/>
              <a:t> col-lg- (large ≥992px)</a:t>
            </a:r>
          </a:p>
          <a:p>
            <a:r>
              <a:rPr dirty="0"/>
              <a:t> col-xl- (extra large ≥1200px)</a:t>
            </a:r>
          </a:p>
          <a:p>
            <a:r>
              <a:rPr dirty="0"/>
              <a:t> col-</a:t>
            </a:r>
            <a:r>
              <a:rPr dirty="0" err="1"/>
              <a:t>xxl</a:t>
            </a:r>
            <a:r>
              <a:rPr dirty="0"/>
              <a:t>- (extra extra large ≥1400px)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68F5-317A-7C39-2142-5CA4CA8C5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ED580A-83AA-E5A7-BFB6-DFBC1C6C92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418" y="1727190"/>
            <a:ext cx="10276382" cy="4373466"/>
          </a:xfrm>
        </p:spPr>
      </p:pic>
    </p:spTree>
    <p:extLst>
      <p:ext uri="{BB962C8B-B14F-4D97-AF65-F5344CB8AC3E}">
        <p14:creationId xmlns:p14="http://schemas.microsoft.com/office/powerpoint/2010/main" val="32237699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102</TotalTime>
  <Words>221</Words>
  <Application>Microsoft Office PowerPoint</Application>
  <PresentationFormat>Widescreen</PresentationFormat>
  <Paragraphs>37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Century Gothic</vt:lpstr>
      <vt:lpstr>Wingdings 3</vt:lpstr>
      <vt:lpstr>Ion</vt:lpstr>
      <vt:lpstr>Introduction to Bootstrap 5</vt:lpstr>
      <vt:lpstr>What is Bootstrap and Why Use it?</vt:lpstr>
      <vt:lpstr>Bootstrap CDN vs Local Setup</vt:lpstr>
      <vt:lpstr>File Structure &amp; Integration with HTML</vt:lpstr>
      <vt:lpstr>Bootstrap Grid System</vt:lpstr>
      <vt:lpstr>Responsive Breakpoints</vt:lpstr>
      <vt:lpstr>Responsive Breakpoints</vt:lpstr>
      <vt:lpstr>Container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Manal Atif</dc:creator>
  <cp:lastModifiedBy>Manal Atif</cp:lastModifiedBy>
  <cp:revision>7</cp:revision>
  <dcterms:created xsi:type="dcterms:W3CDTF">2026-02-26T06:29:26Z</dcterms:created>
  <dcterms:modified xsi:type="dcterms:W3CDTF">2026-02-26T11:46:58Z</dcterms:modified>
</cp:coreProperties>
</file>