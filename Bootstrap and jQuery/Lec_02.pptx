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85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40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4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1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62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04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2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571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7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82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03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4272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83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4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12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03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6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4742296-0125-421E-BFFC-488FBDCF546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B0A84-198D-4D8F-A612-D630808640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358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Bootstrap Components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Buttons, Alerts, Badges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Buttons: Pre-styled with classes like </a:t>
            </a:r>
            <a:r>
              <a:rPr dirty="0" err="1"/>
              <a:t>btn</a:t>
            </a:r>
            <a:r>
              <a:rPr dirty="0"/>
              <a:t>-primary, </a:t>
            </a:r>
            <a:r>
              <a:rPr dirty="0" err="1"/>
              <a:t>btn</a:t>
            </a:r>
            <a:r>
              <a:rPr dirty="0"/>
              <a:t>-success, etc.</a:t>
            </a:r>
          </a:p>
          <a:p>
            <a:r>
              <a:rPr dirty="0"/>
              <a:t> Sizes: </a:t>
            </a:r>
            <a:r>
              <a:rPr dirty="0" err="1"/>
              <a:t>btn</a:t>
            </a:r>
            <a:r>
              <a:rPr dirty="0"/>
              <a:t>-lg, </a:t>
            </a:r>
            <a:r>
              <a:rPr dirty="0" err="1"/>
              <a:t>btn-sm</a:t>
            </a:r>
            <a:r>
              <a:rPr dirty="0"/>
              <a:t>, </a:t>
            </a:r>
            <a:r>
              <a:rPr dirty="0" err="1"/>
              <a:t>btn</a:t>
            </a:r>
            <a:r>
              <a:rPr dirty="0"/>
              <a:t>-block for different sizes.</a:t>
            </a:r>
          </a:p>
          <a:p>
            <a:r>
              <a:rPr dirty="0"/>
              <a:t> Alerts: Contextual feedback with alert-primary, alert-success, alert-</a:t>
            </a:r>
            <a:r>
              <a:rPr lang="en-US" dirty="0"/>
              <a:t>     </a:t>
            </a:r>
            <a:r>
              <a:rPr dirty="0"/>
              <a:t>danger.</a:t>
            </a:r>
          </a:p>
          <a:p>
            <a:r>
              <a:rPr dirty="0"/>
              <a:t> Dismissible alerts: Close button support.</a:t>
            </a:r>
          </a:p>
          <a:p>
            <a:r>
              <a:rPr dirty="0"/>
              <a:t> Badges: Small count indicators using badge and badge-pill.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Cards, Progress Bars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Cards: Flexible content containers with header, body, footer.</a:t>
            </a:r>
          </a:p>
          <a:p>
            <a:r>
              <a:rPr dirty="0"/>
              <a:t>Can include images, lists, and links.</a:t>
            </a:r>
          </a:p>
          <a:p>
            <a:r>
              <a:rPr dirty="0"/>
              <a:t>Progress Bars: Visual progress representation.</a:t>
            </a:r>
          </a:p>
          <a:p>
            <a:r>
              <a:rPr dirty="0"/>
              <a:t>Animated and striped progress bars available.</a:t>
            </a:r>
          </a:p>
          <a:p>
            <a:r>
              <a:rPr dirty="0"/>
              <a:t>Contextual colors like </a:t>
            </a:r>
            <a:r>
              <a:rPr dirty="0" err="1"/>
              <a:t>bg</a:t>
            </a:r>
            <a:r>
              <a:rPr dirty="0"/>
              <a:t>-success, </a:t>
            </a:r>
            <a:r>
              <a:rPr dirty="0" err="1"/>
              <a:t>bg</a:t>
            </a:r>
            <a:r>
              <a:rPr dirty="0"/>
              <a:t>-info, </a:t>
            </a:r>
            <a:r>
              <a:rPr dirty="0" err="1"/>
              <a:t>bg</a:t>
            </a:r>
            <a:r>
              <a:rPr dirty="0"/>
              <a:t>-warning.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Navbar and Navigation Bars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Responsive header/navigation component.</a:t>
            </a:r>
          </a:p>
          <a:p>
            <a:r>
              <a:rPr dirty="0"/>
              <a:t> Supports branding, navigation links, forms, and dropdowns.</a:t>
            </a:r>
          </a:p>
          <a:p>
            <a:r>
              <a:rPr dirty="0"/>
              <a:t> Variants: light and dark theme navbars.</a:t>
            </a:r>
          </a:p>
          <a:p>
            <a:r>
              <a:rPr dirty="0"/>
              <a:t> Positioning: fixed-top, fixed-bottom, sticky-top.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Responsive Navbars with Collapse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Collapse plugin used for mobile-friendly toggle menus.</a:t>
            </a:r>
          </a:p>
          <a:p>
            <a:r>
              <a:rPr dirty="0"/>
              <a:t> Hamburger icon appears on smaller screens.</a:t>
            </a:r>
          </a:p>
          <a:p>
            <a:r>
              <a:rPr dirty="0"/>
              <a:t> Expand classes: navbar-expand-</a:t>
            </a:r>
            <a:r>
              <a:rPr dirty="0" err="1"/>
              <a:t>sm</a:t>
            </a:r>
            <a:r>
              <a:rPr dirty="0"/>
              <a:t>, navbar-expand-md, navbar-expand-lg.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Popup dialog boxes for alerts, forms, confirmations.</a:t>
            </a:r>
          </a:p>
          <a:p>
            <a:r>
              <a:rPr dirty="0"/>
              <a:t>Triggered by buttons or links with data-toggle attributes.</a:t>
            </a:r>
          </a:p>
          <a:p>
            <a:r>
              <a:rPr dirty="0"/>
              <a:t>Consist of header, body, footer sections.</a:t>
            </a:r>
          </a:p>
          <a:p>
            <a:r>
              <a:rPr dirty="0"/>
              <a:t>Options: static backdrop, keyboard dismiss control.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Carousels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Slideshow component for cycling through content.</a:t>
            </a:r>
          </a:p>
          <a:p>
            <a:r>
              <a:rPr dirty="0"/>
              <a:t>Can include images, captions, and indicators.</a:t>
            </a:r>
          </a:p>
          <a:p>
            <a:r>
              <a:rPr dirty="0"/>
              <a:t>Controls: next/previous arrows, indicators at bottom.</a:t>
            </a:r>
          </a:p>
          <a:p>
            <a:r>
              <a:rPr dirty="0"/>
              <a:t>Options: autoplay, pause on hover, interval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Collapse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Toggle visibility of content sections.</a:t>
            </a:r>
          </a:p>
          <a:p>
            <a:r>
              <a:rPr dirty="0"/>
              <a:t> Example: show/hide content on button click.</a:t>
            </a:r>
          </a:p>
          <a:p>
            <a:r>
              <a:rPr dirty="0"/>
              <a:t> Useful for FAQs, extra content, or advanced filters.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Accordion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Series of collapsible content panels.</a:t>
            </a:r>
          </a:p>
          <a:p>
            <a:r>
              <a:rPr dirty="0"/>
              <a:t> Only one panel open at a time (mutually exclusive).</a:t>
            </a:r>
          </a:p>
          <a:p>
            <a:r>
              <a:rPr dirty="0"/>
              <a:t> Built using Collapse component with grouping.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Tabs and Pills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2018194"/>
            <a:ext cx="8946541" cy="4195481"/>
          </a:xfrm>
        </p:spPr>
        <p:txBody>
          <a:bodyPr/>
          <a:lstStyle/>
          <a:p>
            <a:r>
              <a:rPr dirty="0"/>
              <a:t>Tabs: Horizontal navigation between content sections.</a:t>
            </a:r>
          </a:p>
          <a:p>
            <a:r>
              <a:rPr dirty="0"/>
              <a:t> Pills: Alternative style with rounded navigation.</a:t>
            </a:r>
          </a:p>
          <a:p>
            <a:r>
              <a:rPr dirty="0"/>
              <a:t> Can be combined with dropdowns.</a:t>
            </a:r>
          </a:p>
          <a:p>
            <a:r>
              <a:rPr dirty="0"/>
              <a:t> Requires tab-content and tab-pane classes for content switching.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</TotalTime>
  <Words>354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Bootstrap Components</vt:lpstr>
      <vt:lpstr>Buttons, Alerts, Badges</vt:lpstr>
      <vt:lpstr>Cards, Progress Bars</vt:lpstr>
      <vt:lpstr>Navbar and Navigation Bars</vt:lpstr>
      <vt:lpstr>Responsive Navbars with Collapse</vt:lpstr>
      <vt:lpstr>Modals</vt:lpstr>
      <vt:lpstr>Carousels</vt:lpstr>
      <vt:lpstr>Collapse</vt:lpstr>
      <vt:lpstr>Accordion</vt:lpstr>
      <vt:lpstr>Tabs and Pills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8</cp:revision>
  <dcterms:created xsi:type="dcterms:W3CDTF">2026-02-26T06:31:21Z</dcterms:created>
  <dcterms:modified xsi:type="dcterms:W3CDTF">2026-02-26T06:51:41Z</dcterms:modified>
</cp:coreProperties>
</file>