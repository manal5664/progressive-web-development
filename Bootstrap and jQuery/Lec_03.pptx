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-34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3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2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9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1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2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9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4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52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91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1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45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7130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85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90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24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02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5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BABFD6C-F719-4810-B7EE-06A9F766610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FB356-7709-4C34-9D33-748F45AA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25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Bootstrap Forms and Utilities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Form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Input: Text fields with .form-control class.</a:t>
            </a:r>
          </a:p>
          <a:p>
            <a:r>
              <a:rPr dirty="0"/>
              <a:t> Select: Dropdowns styled with .form-select.</a:t>
            </a:r>
          </a:p>
          <a:p>
            <a:r>
              <a:rPr dirty="0"/>
              <a:t> Radio: .form-check-input with labels for grouped options.</a:t>
            </a:r>
          </a:p>
          <a:p>
            <a:r>
              <a:rPr dirty="0"/>
              <a:t>Checkbox: .form-check-input with inline or block display.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Groups and Floating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Groups: Combine inputs with text, buttons, or icons.</a:t>
            </a:r>
          </a:p>
          <a:p>
            <a:r>
              <a:t>• Example: Search box with a button.</a:t>
            </a:r>
          </a:p>
          <a:p>
            <a:r>
              <a:t>• Floating Labels: Labels that float inside inputs when typing.</a:t>
            </a:r>
          </a:p>
          <a:p>
            <a:r>
              <a:t>• Improves UI clarity and saves 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Form Validation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Built-in validation states with .is-valid and .is-invalid.</a:t>
            </a:r>
          </a:p>
          <a:p>
            <a:r>
              <a:rPr dirty="0"/>
              <a:t> Feedback messages using .valid-feedback and .invalid-feedback.</a:t>
            </a:r>
          </a:p>
          <a:p>
            <a:r>
              <a:rPr dirty="0"/>
              <a:t> Supports both client-side and server-side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Utilities – Margin, Padding, Borders,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Margin &amp; Padding: m-*, p-* classes for spacing.</a:t>
            </a:r>
          </a:p>
          <a:p>
            <a:r>
              <a:t>• Borders: border, border-0, border-top, border-primary, etc.</a:t>
            </a:r>
          </a:p>
          <a:p>
            <a:r>
              <a:t>• Colors: text-primary, bg-warning, etc. for styling.</a:t>
            </a:r>
          </a:p>
          <a:p>
            <a:r>
              <a:t>• Display: d-none, d-block, d-flex, etc. for element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Utilities – Flexbox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Flexbox utilities for responsive layouts.</a:t>
            </a:r>
          </a:p>
          <a:p>
            <a:r>
              <a:t>• d-flex, justify-content-*, align-items-*, flex-wrap.</a:t>
            </a:r>
          </a:p>
          <a:p>
            <a:r>
              <a:t>• Create flexible grids and align content easily.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All Together – Homepage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Hero Section: Main banner with headline and call-to-action.</a:t>
            </a:r>
          </a:p>
          <a:p>
            <a:r>
              <a:t>• Services: Grid or cards displaying offerings.</a:t>
            </a:r>
          </a:p>
          <a:p>
            <a:r>
              <a:t>• About Us: Company/website introduction.</a:t>
            </a:r>
          </a:p>
          <a:p>
            <a:r>
              <a:t>• Portfolio: Showcase projects or gallery.</a:t>
            </a:r>
          </a:p>
          <a:p>
            <a:r>
              <a:t>• Footer: Includes contact info, links, copyright.</a:t>
            </a:r>
          </a:p>
          <a:p>
            <a:r>
              <a:t>• Social Media Links: Icons for social profiles.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77CC-9B68-B63D-5A61-D16C2EC6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Hero Section (Bootstrap)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13A9D-CA62-15FE-666B-205A12DBB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33500"/>
            <a:ext cx="8946541" cy="53721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Hero Section is the top and most important part of a </a:t>
            </a:r>
            <a:r>
              <a:rPr lang="en-US" dirty="0" err="1"/>
              <a:t>website.It</a:t>
            </a:r>
            <a:r>
              <a:rPr lang="en-US" dirty="0"/>
              <a:t> usually includes:</a:t>
            </a:r>
          </a:p>
          <a:p>
            <a:r>
              <a:rPr lang="en-US" dirty="0"/>
              <a:t>Main Heading</a:t>
            </a:r>
          </a:p>
          <a:p>
            <a:r>
              <a:rPr lang="en-US" dirty="0"/>
              <a:t>Short Description</a:t>
            </a:r>
          </a:p>
          <a:p>
            <a:r>
              <a:rPr lang="en-US" dirty="0"/>
              <a:t>Call-to-Action (CTA) Button</a:t>
            </a:r>
          </a:p>
          <a:p>
            <a:r>
              <a:rPr lang="en-US" dirty="0"/>
              <a:t>Background Image or Color</a:t>
            </a:r>
          </a:p>
          <a:p>
            <a:r>
              <a:rPr lang="en-US" dirty="0"/>
              <a:t>Bootstrap Classes Used:</a:t>
            </a:r>
          </a:p>
          <a:p>
            <a:r>
              <a:rPr lang="en-US" dirty="0"/>
              <a:t>Container</a:t>
            </a:r>
          </a:p>
          <a:p>
            <a:r>
              <a:rPr lang="en-US" dirty="0"/>
              <a:t>text-center</a:t>
            </a:r>
          </a:p>
          <a:p>
            <a:r>
              <a:rPr lang="en-US" dirty="0" err="1"/>
              <a:t>bg</a:t>
            </a:r>
            <a:r>
              <a:rPr lang="en-US" dirty="0"/>
              <a:t>-primary</a:t>
            </a:r>
          </a:p>
          <a:p>
            <a:r>
              <a:rPr lang="en-US" dirty="0"/>
              <a:t>text-white</a:t>
            </a:r>
          </a:p>
          <a:p>
            <a:r>
              <a:rPr lang="en-US" dirty="0"/>
              <a:t>py-5</a:t>
            </a:r>
          </a:p>
          <a:p>
            <a:r>
              <a:rPr lang="en-US" dirty="0" err="1"/>
              <a:t>btn</a:t>
            </a:r>
            <a:r>
              <a:rPr lang="en-US" dirty="0"/>
              <a:t>, </a:t>
            </a:r>
            <a:r>
              <a:rPr lang="en-US" dirty="0" err="1"/>
              <a:t>btn</a:t>
            </a:r>
            <a:r>
              <a:rPr lang="en-US" dirty="0"/>
              <a:t>-light, </a:t>
            </a:r>
            <a:r>
              <a:rPr lang="en-US" dirty="0" err="1"/>
              <a:t>btn</a:t>
            </a:r>
            <a:r>
              <a:rPr lang="en-US" dirty="0"/>
              <a:t>-lg</a:t>
            </a:r>
          </a:p>
        </p:txBody>
      </p:sp>
    </p:spTree>
    <p:extLst>
      <p:ext uri="{BB962C8B-B14F-4D97-AF65-F5344CB8AC3E}">
        <p14:creationId xmlns:p14="http://schemas.microsoft.com/office/powerpoint/2010/main" val="109986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B452-7DC8-6B17-F1C3-B14716B1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609601"/>
            <a:ext cx="9404723" cy="1400530"/>
          </a:xfrm>
        </p:spPr>
        <p:txBody>
          <a:bodyPr/>
          <a:lstStyle/>
          <a:p>
            <a:r>
              <a:rPr lang="en-US" dirty="0"/>
              <a:t>Services Section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03E046-2A62-4F37-DA31-3748B3DD22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8865" y="1309866"/>
            <a:ext cx="8555222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Purpose: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Services Section shows the services offered by a company.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Examples: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 Development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Graphic Design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SEO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Bootstrap Classes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container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row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col-md-4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shadow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text-center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65764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906B-8B5C-C7A9-FB32-7B7801E6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Footer and Social Media Links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43A68-2F0A-199B-2BD5-ED4305A8F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74056"/>
            <a:ext cx="8946541" cy="4574344"/>
          </a:xfrm>
        </p:spPr>
        <p:txBody>
          <a:bodyPr>
            <a:normAutofit/>
          </a:bodyPr>
          <a:lstStyle/>
          <a:p>
            <a:r>
              <a:rPr lang="en-US" dirty="0"/>
              <a:t>Purpose:</a:t>
            </a:r>
          </a:p>
          <a:p>
            <a:r>
              <a:rPr lang="en-US" dirty="0"/>
              <a:t>The Footer section usually contains:</a:t>
            </a:r>
          </a:p>
          <a:p>
            <a:r>
              <a:rPr lang="en-US" dirty="0"/>
              <a:t>Contact Information</a:t>
            </a:r>
          </a:p>
          <a:p>
            <a:r>
              <a:rPr lang="en-US" dirty="0"/>
              <a:t>Copyright Notice</a:t>
            </a:r>
          </a:p>
          <a:p>
            <a:r>
              <a:rPr lang="en-US" dirty="0"/>
              <a:t>Social Media Links</a:t>
            </a:r>
          </a:p>
          <a:p>
            <a:r>
              <a:rPr lang="en-US" dirty="0"/>
              <a:t>Bootstrap Classes Used:</a:t>
            </a:r>
          </a:p>
          <a:p>
            <a:r>
              <a:rPr lang="en-US" dirty="0" err="1"/>
              <a:t>bg</a:t>
            </a:r>
            <a:r>
              <a:rPr lang="en-US" dirty="0"/>
              <a:t>-dark</a:t>
            </a:r>
          </a:p>
          <a:p>
            <a:r>
              <a:rPr lang="en-US" dirty="0"/>
              <a:t>text-white</a:t>
            </a:r>
          </a:p>
          <a:p>
            <a:r>
              <a:rPr lang="en-US" dirty="0"/>
              <a:t>text-center</a:t>
            </a:r>
          </a:p>
          <a:p>
            <a:r>
              <a:rPr lang="en-US" dirty="0"/>
              <a:t>py-3</a:t>
            </a:r>
          </a:p>
        </p:txBody>
      </p:sp>
    </p:spTree>
    <p:extLst>
      <p:ext uri="{BB962C8B-B14F-4D97-AF65-F5344CB8AC3E}">
        <p14:creationId xmlns:p14="http://schemas.microsoft.com/office/powerpoint/2010/main" val="74684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 Design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Ensure compatibility across devices (mobile, tablet, desktop).</a:t>
            </a:r>
          </a:p>
          <a:p>
            <a:r>
              <a:rPr dirty="0"/>
              <a:t> Use responsive utilities and breakpoints.</a:t>
            </a:r>
          </a:p>
          <a:p>
            <a:r>
              <a:rPr dirty="0"/>
              <a:t>Test layouts with Chrome </a:t>
            </a:r>
            <a:r>
              <a:rPr dirty="0" err="1"/>
              <a:t>DevTools</a:t>
            </a:r>
            <a:r>
              <a:rPr dirty="0"/>
              <a:t> or similar tools.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423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Bootstrap Forms and Utilities</vt:lpstr>
      <vt:lpstr>Bootstrap Form Controls</vt:lpstr>
      <vt:lpstr>Input Groups and Floating Labels</vt:lpstr>
      <vt:lpstr>Form Validation Classes</vt:lpstr>
      <vt:lpstr>Utilities – Margin, Padding, Borders, Colors</vt:lpstr>
      <vt:lpstr>Utilities – Flexbox</vt:lpstr>
      <vt:lpstr>Putting It All Together – Homepage Layout</vt:lpstr>
      <vt:lpstr>Hero Section (Bootstrap)</vt:lpstr>
      <vt:lpstr>Services Section</vt:lpstr>
      <vt:lpstr>Footer and Social Media Links </vt:lpstr>
      <vt:lpstr>Responsive Design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3</cp:revision>
  <dcterms:created xsi:type="dcterms:W3CDTF">2026-02-26T06:33:34Z</dcterms:created>
  <dcterms:modified xsi:type="dcterms:W3CDTF">2026-02-26T07:04:28Z</dcterms:modified>
</cp:coreProperties>
</file>