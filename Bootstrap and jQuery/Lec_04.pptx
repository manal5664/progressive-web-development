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72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7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23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87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341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77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621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35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39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39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9809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86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48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378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121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6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947D904-4C3E-4EC4-90E0-AB2A2538E0F9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C2DC4-7A70-4712-823F-8D26AA3EBD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41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jQuery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jQuery and How it Works?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jQuery is a fast, small, and feature-rich JavaScript library.</a:t>
            </a:r>
          </a:p>
          <a:p>
            <a:r>
              <a:rPr dirty="0"/>
              <a:t>Simplifies HTML document traversal, manipulation, and event handling.</a:t>
            </a:r>
          </a:p>
          <a:p>
            <a:r>
              <a:rPr dirty="0"/>
              <a:t>Provides cross-browser compatibility.</a:t>
            </a:r>
          </a:p>
          <a:p>
            <a:r>
              <a:rPr dirty="0"/>
              <a:t>Works by selecting elements using CSS-like syntax and applying methods.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jQuery CDN vs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CDN: Load jQuery from Content Delivery Networks (Google, Microsoft, etc.).</a:t>
            </a:r>
            <a:endParaRPr lang="en-US" dirty="0"/>
          </a:p>
          <a:p>
            <a:pPr lvl="1"/>
            <a:r>
              <a:rPr dirty="0"/>
              <a:t>Faster load times, cached across websites.</a:t>
            </a:r>
          </a:p>
          <a:p>
            <a:r>
              <a:rPr dirty="0"/>
              <a:t> Local: Download jQuery file and host it locally.</a:t>
            </a:r>
            <a:endParaRPr lang="en-US" dirty="0"/>
          </a:p>
          <a:p>
            <a:pPr lvl="1"/>
            <a:r>
              <a:rPr lang="en-US" dirty="0"/>
              <a:t>Works offline, no dependency on internet/CDN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Ready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Ensures code runs after DOM is fully loaded.</a:t>
            </a:r>
          </a:p>
          <a:p>
            <a:r>
              <a:rPr dirty="0"/>
              <a:t> Syntax: $(document).ready(function(){ /* code */ });</a:t>
            </a:r>
          </a:p>
          <a:p>
            <a:r>
              <a:rPr dirty="0"/>
              <a:t>Prevents errors by avoiding execution before elements exist.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Selectors and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Selectors: Used to target HTML elements ($('p'), $('.class'), $('#id')).</a:t>
            </a:r>
          </a:p>
          <a:p>
            <a:r>
              <a:rPr dirty="0"/>
              <a:t> Events: Handle user interactions (click, hover, </a:t>
            </a:r>
            <a:r>
              <a:rPr dirty="0" err="1"/>
              <a:t>keyup</a:t>
            </a:r>
            <a:r>
              <a:rPr dirty="0"/>
              <a:t>, change, etc.).</a:t>
            </a:r>
          </a:p>
          <a:p>
            <a:r>
              <a:rPr dirty="0"/>
              <a:t> Example: $('#</a:t>
            </a:r>
            <a:r>
              <a:rPr dirty="0" err="1"/>
              <a:t>btn</a:t>
            </a:r>
            <a:r>
              <a:rPr dirty="0"/>
              <a:t>').click(function(){ alert('Clicked!'); });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Show, Hide, Toggle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.show(): Displays hidden elements.</a:t>
            </a:r>
          </a:p>
          <a:p>
            <a:r>
              <a:rPr dirty="0"/>
              <a:t> .hide(): Hides elements.</a:t>
            </a:r>
          </a:p>
          <a:p>
            <a:r>
              <a:rPr dirty="0"/>
              <a:t> .toggle(): Switches between show/hide.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Add, Remove, Toggle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.</a:t>
            </a:r>
            <a:r>
              <a:rPr dirty="0" err="1"/>
              <a:t>addClass</a:t>
            </a:r>
            <a:r>
              <a:rPr dirty="0"/>
              <a:t>(): Adds a CSS class to elements.</a:t>
            </a:r>
          </a:p>
          <a:p>
            <a:r>
              <a:rPr dirty="0"/>
              <a:t> .</a:t>
            </a:r>
            <a:r>
              <a:rPr dirty="0" err="1"/>
              <a:t>removeClass</a:t>
            </a:r>
            <a:r>
              <a:rPr dirty="0"/>
              <a:t>(): Removes a class.</a:t>
            </a:r>
          </a:p>
          <a:p>
            <a:r>
              <a:rPr dirty="0"/>
              <a:t> .</a:t>
            </a:r>
            <a:r>
              <a:rPr dirty="0" err="1"/>
              <a:t>toggleClass</a:t>
            </a:r>
            <a:r>
              <a:rPr dirty="0"/>
              <a:t>(): Toggles between adding and removing a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Fading, Sliding, Animations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Fading: </a:t>
            </a:r>
            <a:r>
              <a:rPr dirty="0" err="1"/>
              <a:t>fadeIn</a:t>
            </a:r>
            <a:r>
              <a:rPr dirty="0"/>
              <a:t>(), </a:t>
            </a:r>
            <a:r>
              <a:rPr dirty="0" err="1"/>
              <a:t>fadeOut</a:t>
            </a:r>
            <a:r>
              <a:rPr dirty="0"/>
              <a:t>(), </a:t>
            </a:r>
            <a:r>
              <a:rPr dirty="0" err="1"/>
              <a:t>fadeToggle</a:t>
            </a:r>
            <a:r>
              <a:rPr dirty="0"/>
              <a:t>(), </a:t>
            </a:r>
            <a:r>
              <a:rPr dirty="0" err="1"/>
              <a:t>fadeTo</a:t>
            </a:r>
            <a:r>
              <a:rPr dirty="0"/>
              <a:t>().</a:t>
            </a:r>
          </a:p>
          <a:p>
            <a:r>
              <a:rPr dirty="0"/>
              <a:t> Sliding: </a:t>
            </a:r>
            <a:r>
              <a:rPr dirty="0" err="1"/>
              <a:t>slideUp</a:t>
            </a:r>
            <a:r>
              <a:rPr dirty="0"/>
              <a:t>(), </a:t>
            </a:r>
            <a:r>
              <a:rPr dirty="0" err="1"/>
              <a:t>slideDown</a:t>
            </a:r>
            <a:r>
              <a:rPr dirty="0"/>
              <a:t>(), </a:t>
            </a:r>
            <a:r>
              <a:rPr dirty="0" err="1"/>
              <a:t>slideToggle</a:t>
            </a:r>
            <a:r>
              <a:rPr dirty="0"/>
              <a:t>().</a:t>
            </a:r>
          </a:p>
          <a:p>
            <a:r>
              <a:rPr dirty="0"/>
              <a:t> Animations: .animate() method for custom effects.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Changing text, HTML, and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.text(): Get/Set text content.</a:t>
            </a:r>
          </a:p>
          <a:p>
            <a:r>
              <a:rPr dirty="0"/>
              <a:t> .html(): Get/Set HTML content.</a:t>
            </a:r>
          </a:p>
          <a:p>
            <a:r>
              <a:rPr dirty="0"/>
              <a:t> .</a:t>
            </a:r>
            <a:r>
              <a:rPr dirty="0" err="1"/>
              <a:t>attr</a:t>
            </a:r>
            <a:r>
              <a:rPr dirty="0"/>
              <a:t>(): Get/Set attributes of elements.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Appending and Prepending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.append(): Insert content at the end of selected element.</a:t>
            </a:r>
          </a:p>
          <a:p>
            <a:r>
              <a:rPr dirty="0"/>
              <a:t>.prepend(): Insert content at the beginning.</a:t>
            </a:r>
          </a:p>
          <a:p>
            <a:r>
              <a:rPr dirty="0"/>
              <a:t> Useful for dynamically adding content.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Traversing the 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Navigate between elements in DOM hierarchy.</a:t>
            </a:r>
          </a:p>
          <a:p>
            <a:r>
              <a:rPr dirty="0"/>
              <a:t> Methods: parent(), children(), siblings(), next(), </a:t>
            </a:r>
            <a:r>
              <a:rPr dirty="0" err="1"/>
              <a:t>prev</a:t>
            </a:r>
            <a:r>
              <a:rPr dirty="0"/>
              <a:t>().</a:t>
            </a:r>
          </a:p>
          <a:p>
            <a:r>
              <a:rPr dirty="0"/>
              <a:t>Helps find and manipulate related elements efficiently.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36</TotalTime>
  <Words>392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Ion</vt:lpstr>
      <vt:lpstr>Introduction to jQuery</vt:lpstr>
      <vt:lpstr>What is jQuery and How it Works?</vt:lpstr>
      <vt:lpstr>jQuery CDN vs Local</vt:lpstr>
      <vt:lpstr>Document Ready Function</vt:lpstr>
      <vt:lpstr>Selectors and Events</vt:lpstr>
      <vt:lpstr>Show, Hide, Toggle</vt:lpstr>
      <vt:lpstr>Add, Remove, Toggle Class</vt:lpstr>
      <vt:lpstr>Fading, Sliding, Animations</vt:lpstr>
      <vt:lpstr>Changing text, HTML, and Attributes</vt:lpstr>
      <vt:lpstr>Appending and Prepending Elements</vt:lpstr>
      <vt:lpstr>Traversing the DOM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3</cp:revision>
  <dcterms:created xsi:type="dcterms:W3CDTF">2026-02-26T06:34:26Z</dcterms:created>
  <dcterms:modified xsi:type="dcterms:W3CDTF">2026-02-26T07:10:55Z</dcterms:modified>
</cp:coreProperties>
</file>