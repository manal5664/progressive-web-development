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58" r:id="rId4"/>
    <p:sldId id="264" r:id="rId5"/>
    <p:sldId id="265" r:id="rId6"/>
    <p:sldId id="266" r:id="rId7"/>
    <p:sldId id="269" r:id="rId8"/>
    <p:sldId id="267" r:id="rId9"/>
    <p:sldId id="268" r:id="rId10"/>
    <p:sldId id="259" r:id="rId11"/>
    <p:sldId id="260" r:id="rId12"/>
    <p:sldId id="261" r:id="rId13"/>
    <p:sldId id="270" r:id="rId14"/>
    <p:sldId id="271" r:id="rId15"/>
    <p:sldId id="272" r:id="rId16"/>
    <p:sldId id="273" r:id="rId17"/>
    <p:sldId id="274" r:id="rId18"/>
    <p:sldId id="26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08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0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9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7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5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1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75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15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66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61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4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79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8160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25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7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62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32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2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45C06E7-4449-420B-9BEB-BEDDF571C27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9A29D-3593-4790-BD44-B799C1F7E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626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jQuery Forms &amp; Validations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BEDA-240E-B453-26C6-9A7C5CF1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Input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05E7A-704B-873A-DC25-F809A6CEE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Capturing user input</a:t>
            </a:r>
          </a:p>
          <a:p>
            <a:r>
              <a:rPr lang="en-US" dirty="0"/>
              <a:t>Handling form events (submit, </a:t>
            </a:r>
            <a:r>
              <a:rPr lang="en-US" dirty="0" err="1"/>
              <a:t>keyup</a:t>
            </a:r>
            <a:r>
              <a:rPr lang="en-US" dirty="0"/>
              <a:t>, change)</a:t>
            </a:r>
          </a:p>
          <a:p>
            <a:r>
              <a:rPr lang="en-US" dirty="0"/>
              <a:t>Preventing default submission</a:t>
            </a:r>
          </a:p>
          <a:p>
            <a:r>
              <a:rPr lang="en-US" dirty="0"/>
              <a:t>Improving user experience using jQuery</a:t>
            </a:r>
          </a:p>
        </p:txBody>
      </p:sp>
    </p:spTree>
    <p:extLst>
      <p:ext uri="{BB962C8B-B14F-4D97-AF65-F5344CB8AC3E}">
        <p14:creationId xmlns:p14="http://schemas.microsoft.com/office/powerpoint/2010/main" val="252024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Required fields validation</a:t>
            </a:r>
          </a:p>
          <a:p>
            <a:r>
              <a:t>Email format check with regex</a:t>
            </a:r>
          </a:p>
          <a:p>
            <a:r>
              <a:t>Length check for password/username</a:t>
            </a:r>
          </a:p>
          <a:p>
            <a:r>
              <a:t>Real-time feedback with error messages</a:t>
            </a:r>
          </a:p>
          <a:p>
            <a:r>
              <a:t>Dynamic styling for valid/invalid fields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Format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Validate email using Regular Expression (Regex)</a:t>
            </a:r>
          </a:p>
          <a:p>
            <a:pPr marL="0" indent="0">
              <a:buNone/>
            </a:pPr>
            <a:r>
              <a:rPr dirty="0"/>
              <a:t>• Ensure correct format (example@domain.com)</a:t>
            </a:r>
          </a:p>
          <a:p>
            <a:pPr marL="0" indent="0">
              <a:buNone/>
            </a:pPr>
            <a:r>
              <a:rPr dirty="0"/>
              <a:t>• Show error if email format is incorrect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Length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Check minimum or maximum character length</a:t>
            </a:r>
          </a:p>
          <a:p>
            <a:pPr marL="0" indent="0">
              <a:buNone/>
            </a:pPr>
            <a:r>
              <a:rPr dirty="0"/>
              <a:t>• Example: Password must be at least 6 characters</a:t>
            </a:r>
          </a:p>
          <a:p>
            <a:pPr marL="0" indent="0">
              <a:buNone/>
            </a:pPr>
            <a:r>
              <a:rPr dirty="0"/>
              <a:t>• Display warning if condition not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</a:t>
            </a:r>
            <a:r>
              <a:rPr dirty="0" err="1"/>
              <a:t>keyup</a:t>
            </a:r>
            <a:r>
              <a:rPr dirty="0"/>
              <a:t> event</a:t>
            </a:r>
          </a:p>
          <a:p>
            <a:pPr marL="0" indent="0">
              <a:buNone/>
            </a:pPr>
            <a:r>
              <a:rPr dirty="0"/>
              <a:t>• Validate input while user types</a:t>
            </a:r>
          </a:p>
          <a:p>
            <a:pPr marL="0" indent="0">
              <a:buNone/>
            </a:pPr>
            <a:r>
              <a:rPr dirty="0"/>
              <a:t>• Show instant success or error message</a:t>
            </a:r>
          </a:p>
          <a:p>
            <a:pPr marL="0" indent="0">
              <a:buNone/>
            </a:pPr>
            <a:r>
              <a:rPr dirty="0"/>
              <a:t>• Improve user interaction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Required field validation</a:t>
            </a:r>
          </a:p>
          <a:p>
            <a:pPr marL="0" indent="0">
              <a:buNone/>
            </a:pPr>
            <a:r>
              <a:rPr dirty="0"/>
              <a:t>• Email format validation</a:t>
            </a:r>
          </a:p>
          <a:p>
            <a:pPr marL="0" indent="0">
              <a:buNone/>
            </a:pPr>
            <a:r>
              <a:rPr dirty="0"/>
              <a:t>• Length validation</a:t>
            </a:r>
          </a:p>
          <a:p>
            <a:pPr marL="0" indent="0">
              <a:buNone/>
            </a:pPr>
            <a:r>
              <a:rPr dirty="0"/>
              <a:t>• Real-time feedback</a:t>
            </a:r>
          </a:p>
          <a:p>
            <a:pPr marL="0" indent="0">
              <a:buNone/>
            </a:pPr>
            <a:r>
              <a:rPr dirty="0"/>
              <a:t>• Dynamic styling of fields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Displaying Error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Show messages below input fields</a:t>
            </a:r>
          </a:p>
          <a:p>
            <a:pPr marL="0" indent="0">
              <a:buNone/>
            </a:pPr>
            <a:r>
              <a:rPr dirty="0"/>
              <a:t>• Avoid using alert boxes</a:t>
            </a:r>
          </a:p>
          <a:p>
            <a:pPr marL="0" indent="0">
              <a:buNone/>
            </a:pPr>
            <a:r>
              <a:rPr dirty="0"/>
              <a:t>• Use span or small elements for messages</a:t>
            </a:r>
          </a:p>
          <a:p>
            <a:pPr marL="0" indent="0">
              <a:buNone/>
            </a:pPr>
            <a:r>
              <a:rPr dirty="0"/>
              <a:t>• Clear error when input becomes valid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Styling Invalid Fields Dynamically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Add CSS class for error</a:t>
            </a:r>
          </a:p>
          <a:p>
            <a:pPr marL="0" indent="0">
              <a:buNone/>
            </a:pPr>
            <a:r>
              <a:rPr dirty="0"/>
              <a:t>• Change border color (Red = Invalid, Green = Valid)</a:t>
            </a:r>
          </a:p>
          <a:p>
            <a:pPr marL="0" indent="0">
              <a:buNone/>
            </a:pPr>
            <a:r>
              <a:rPr dirty="0"/>
              <a:t>• Use jQuery </a:t>
            </a:r>
            <a:r>
              <a:rPr dirty="0" err="1"/>
              <a:t>addClass</a:t>
            </a:r>
            <a:r>
              <a:rPr dirty="0"/>
              <a:t>() and </a:t>
            </a:r>
            <a:r>
              <a:rPr dirty="0" err="1"/>
              <a:t>removeClass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dirty="0"/>
              <a:t>• Enhance form appearance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jQuery UI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Datepicker for date input</a:t>
            </a:r>
          </a:p>
          <a:p>
            <a:r>
              <a:t>Dialog box for form submission</a:t>
            </a:r>
          </a:p>
          <a:p>
            <a:r>
              <a:t>Accordion for collapsible sections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Smooth Scroll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Smooth scrolling navigation</a:t>
            </a:r>
          </a:p>
          <a:p>
            <a:r>
              <a:t>jQuery Easing plugin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25886"/>
          </a:xfrm>
        </p:spPr>
        <p:txBody>
          <a:bodyPr/>
          <a:lstStyle/>
          <a:p>
            <a:r>
              <a:rPr dirty="0"/>
              <a:t>Counter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938" y="1683267"/>
            <a:ext cx="8946541" cy="4195481"/>
          </a:xfrm>
        </p:spPr>
        <p:txBody>
          <a:bodyPr/>
          <a:lstStyle/>
          <a:p>
            <a:r>
              <a:rPr lang="en-US" b="1" dirty="0"/>
              <a:t>What is Counter Up?</a:t>
            </a:r>
          </a:p>
          <a:p>
            <a:r>
              <a:rPr lang="en-US" dirty="0"/>
              <a:t>Counter Up is a jQuery plugin 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Animate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from 0 to a target 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statistics attractively</a:t>
            </a:r>
          </a:p>
          <a:p>
            <a:r>
              <a:rPr lang="en-US" b="1" dirty="0"/>
              <a:t>Where It Is Used?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Website statistics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Achievements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metrics (Clients, Projects, Awards)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E865-04FB-FAB5-6B47-98D68E1D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</a:t>
            </a:r>
            <a:r>
              <a:rPr lang="en-US" b="1" dirty="0" err="1"/>
              <a:t>CounterUp</a:t>
            </a:r>
            <a:r>
              <a:rPr lang="en-US" b="1" dirty="0"/>
              <a:t>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D790-19B5-7691-D96B-823312B7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numbers visually engaging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user interaction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Adds professional animation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integration with jQuery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284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A166-AEEC-A1F1-FDAA-A435750E5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Up Integration Steps: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81A8C-A122-D764-155C-D10F9F5B2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27" y="1619784"/>
            <a:ext cx="9752756" cy="50047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	Step 1: Add Required Libraries</a:t>
            </a:r>
          </a:p>
          <a:p>
            <a:r>
              <a:rPr lang="en-US" dirty="0"/>
              <a:t>jQuery</a:t>
            </a:r>
          </a:p>
          <a:p>
            <a:r>
              <a:rPr lang="en-US" dirty="0"/>
              <a:t>Waypoints</a:t>
            </a:r>
          </a:p>
          <a:p>
            <a:r>
              <a:rPr lang="en-US" dirty="0"/>
              <a:t>Counter Up JS</a:t>
            </a:r>
          </a:p>
          <a:p>
            <a:pPr marL="0" indent="0">
              <a:buNone/>
            </a:pPr>
            <a:r>
              <a:rPr lang="en-US" dirty="0"/>
              <a:t>2.	Step 2: Add Counter Class to Numbers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Add class like counter to number elements</a:t>
            </a:r>
          </a:p>
          <a:p>
            <a:pPr marL="0" indent="0">
              <a:buNone/>
            </a:pPr>
            <a:r>
              <a:rPr lang="en-US" dirty="0"/>
              <a:t>3.	Step 3: Initialize Using jQuery</a:t>
            </a:r>
          </a:p>
          <a:p>
            <a:r>
              <a:rPr lang="en-US" dirty="0"/>
              <a:t>Use .counter Up() function inside document ready.</a:t>
            </a:r>
          </a:p>
        </p:txBody>
      </p:sp>
    </p:spTree>
    <p:extLst>
      <p:ext uri="{BB962C8B-B14F-4D97-AF65-F5344CB8AC3E}">
        <p14:creationId xmlns:p14="http://schemas.microsoft.com/office/powerpoint/2010/main" val="3104373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DB6F-4B27-D353-BA03-E166103A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35986"/>
            <a:ext cx="9404723" cy="1400530"/>
          </a:xfrm>
        </p:spPr>
        <p:txBody>
          <a:bodyPr/>
          <a:lstStyle/>
          <a:p>
            <a:r>
              <a:rPr lang="en-US" dirty="0"/>
              <a:t>AOS (Animate On Scroll)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E9809-150A-400D-EFE4-5AAB8875B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35413"/>
            <a:ext cx="8946541" cy="56323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What is AOS?</a:t>
            </a:r>
          </a:p>
          <a:p>
            <a:r>
              <a:rPr lang="en-US" dirty="0"/>
              <a:t>AOS (Animate On Scroll) is a library that:</a:t>
            </a:r>
          </a:p>
          <a:p>
            <a:r>
              <a:rPr lang="en-US" dirty="0"/>
              <a:t>Adds animation when elements scroll into view</a:t>
            </a:r>
          </a:p>
          <a:p>
            <a:r>
              <a:rPr lang="en-US" dirty="0"/>
              <a:t>Makes websites dynamic and modern</a:t>
            </a:r>
          </a:p>
          <a:p>
            <a:r>
              <a:rPr lang="en-US" dirty="0"/>
              <a:t>Why Use AOS?</a:t>
            </a:r>
          </a:p>
          <a:p>
            <a:pPr marL="0" indent="0">
              <a:buNone/>
            </a:pPr>
            <a:r>
              <a:rPr lang="en-US" dirty="0"/>
              <a:t>Smooth scrolling animations</a:t>
            </a:r>
          </a:p>
          <a:p>
            <a:r>
              <a:rPr lang="en-US" dirty="0"/>
              <a:t>Improves UI/UX </a:t>
            </a:r>
          </a:p>
          <a:p>
            <a:r>
              <a:rPr lang="en-US" dirty="0"/>
              <a:t>No complex JavaScript required</a:t>
            </a:r>
          </a:p>
          <a:p>
            <a:r>
              <a:rPr lang="en-US" dirty="0"/>
              <a:t>Just add data attributes</a:t>
            </a:r>
          </a:p>
          <a:p>
            <a:pPr marL="0" indent="0">
              <a:buNone/>
            </a:pPr>
            <a:r>
              <a:rPr lang="en-US" dirty="0"/>
              <a:t>Common Animations:</a:t>
            </a:r>
          </a:p>
          <a:p>
            <a:r>
              <a:rPr lang="en-US" dirty="0"/>
              <a:t>Fade In</a:t>
            </a:r>
          </a:p>
          <a:p>
            <a:r>
              <a:rPr lang="en-US" dirty="0"/>
              <a:t>Slide Up</a:t>
            </a:r>
          </a:p>
          <a:p>
            <a:r>
              <a:rPr lang="en-US" dirty="0"/>
              <a:t>Zoom In</a:t>
            </a:r>
          </a:p>
          <a:p>
            <a:r>
              <a:rPr lang="en-US" dirty="0"/>
              <a:t>Flip</a:t>
            </a:r>
          </a:p>
        </p:txBody>
      </p:sp>
    </p:spTree>
    <p:extLst>
      <p:ext uri="{BB962C8B-B14F-4D97-AF65-F5344CB8AC3E}">
        <p14:creationId xmlns:p14="http://schemas.microsoft.com/office/powerpoint/2010/main" val="502883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1E86-34E1-C4A2-6535-24E063A0E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AOS Integration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CEA7BC-890F-4F7D-A9A9-9980C036E3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9045" y="1991398"/>
            <a:ext cx="9404723" cy="4204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1: Add AOS CSS &amp; JS Files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 AOS CDN links in HTML.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2: Add Data Attributes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data-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="fade-up"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data-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="zoom-in"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3: Initialize AOS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Call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AOS.init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in JavaScript.</a:t>
            </a:r>
          </a:p>
        </p:txBody>
      </p:sp>
    </p:spTree>
    <p:extLst>
      <p:ext uri="{BB962C8B-B14F-4D97-AF65-F5344CB8AC3E}">
        <p14:creationId xmlns:p14="http://schemas.microsoft.com/office/powerpoint/2010/main" val="773387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E1FA-F8C5-FB47-F295-91353A58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Lightbox Integration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2678F1-8016-9D12-BB52-E62BCD3F58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1449406"/>
            <a:ext cx="8947522" cy="5402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1: Add Lightbox CSS &amp; JS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 Lightbox library files.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2: Wrap Images in Anchor Tag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Link image to its full-size version.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3: Add Data Attribute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data-lightbox="gallery"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56755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Modal Popups on Scroll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Trigger modal popup after user scrolls</a:t>
            </a:r>
          </a:p>
          <a:p>
            <a:r>
              <a:t>Enhance engagement and interactivity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</TotalTime>
  <Words>540</Words>
  <Application>Microsoft Office PowerPoint</Application>
  <PresentationFormat>Widescreen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</vt:lpstr>
      <vt:lpstr>jQuery Forms &amp; Validations</vt:lpstr>
      <vt:lpstr>Form Input Handling</vt:lpstr>
      <vt:lpstr>Basic Validation</vt:lpstr>
      <vt:lpstr>Email Format Validation</vt:lpstr>
      <vt:lpstr>Length Validation</vt:lpstr>
      <vt:lpstr>Real-Time Feedback</vt:lpstr>
      <vt:lpstr>Complete Form Features</vt:lpstr>
      <vt:lpstr>Displaying Error Messages</vt:lpstr>
      <vt:lpstr>Styling Invalid Fields Dynamically</vt:lpstr>
      <vt:lpstr>jQuery UI Components</vt:lpstr>
      <vt:lpstr>Smooth Scroll</vt:lpstr>
      <vt:lpstr>Counter Up</vt:lpstr>
      <vt:lpstr>Why Use CounterUp? </vt:lpstr>
      <vt:lpstr>Counter Up Integration Steps: </vt:lpstr>
      <vt:lpstr>AOS (Animate On Scroll)</vt:lpstr>
      <vt:lpstr>AOS Integration Steps</vt:lpstr>
      <vt:lpstr>Lightbox Integration Steps</vt:lpstr>
      <vt:lpstr>Modal Popups on Scroll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3</cp:revision>
  <dcterms:created xsi:type="dcterms:W3CDTF">2026-02-26T06:35:27Z</dcterms:created>
  <dcterms:modified xsi:type="dcterms:W3CDTF">2026-02-26T07:42:07Z</dcterms:modified>
</cp:coreProperties>
</file>