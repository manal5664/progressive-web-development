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9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9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0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81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8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2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79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67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8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65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8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00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6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FB2BC3B-1E78-4AB9-BBB3-69055ED6C01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BD78FC5-D49B-4337-9D6C-2910B7923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35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353E-B65D-F2AC-0D76-7BC995606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Flexbox Layout Mastery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D32FD-9352-A6D4-9134-334946CC8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255568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1E36-3B99-B918-0F54-5159F0F3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96" y="-156923"/>
            <a:ext cx="9905998" cy="1905000"/>
          </a:xfrm>
        </p:spPr>
        <p:txBody>
          <a:bodyPr/>
          <a:lstStyle/>
          <a:p>
            <a:r>
              <a:rPr lang="en-US" dirty="0"/>
              <a:t>What is Flexbox?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C50FC-A8D4-1802-03DB-124D37A8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91" y="661580"/>
            <a:ext cx="11473018" cy="55348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Content: Flexbox = CSS layout module for flexible, responsive layouts</a:t>
            </a:r>
          </a:p>
          <a:p>
            <a:pPr>
              <a:lnSpc>
                <a:spcPct val="150000"/>
              </a:lnSpc>
            </a:pPr>
            <a:r>
              <a:rPr lang="en-US" dirty="0"/>
              <a:t>Helps align, distribute space, and control order of items.</a:t>
            </a:r>
          </a:p>
          <a:p>
            <a:pPr>
              <a:lnSpc>
                <a:spcPct val="150000"/>
              </a:lnSpc>
            </a:pPr>
            <a:r>
              <a:rPr lang="en-US" dirty="0"/>
              <a:t>CSS Flexbox is short for the CSS Flexible Box Layout module.</a:t>
            </a:r>
          </a:p>
          <a:p>
            <a:pPr>
              <a:lnSpc>
                <a:spcPct val="150000"/>
              </a:lnSpc>
            </a:pPr>
            <a:r>
              <a:rPr lang="en-US" dirty="0"/>
              <a:t>Flexbox is a layout model for arranging items (horizontally or vertically) within a container, in a flexible and responsive way. Flexbox makes it easy to design a flexible and responsive layout, without using float or positioning.</a:t>
            </a:r>
          </a:p>
          <a:p>
            <a:pPr>
              <a:lnSpc>
                <a:spcPct val="150000"/>
              </a:lnSpc>
            </a:pPr>
            <a:r>
              <a:rPr lang="en-US" dirty="0"/>
              <a:t>Key properties: display: flex, flex-direction, justify-content, align-items, flex-wrap, order, flex</a:t>
            </a:r>
          </a:p>
        </p:txBody>
      </p:sp>
    </p:spTree>
    <p:extLst>
      <p:ext uri="{BB962C8B-B14F-4D97-AF65-F5344CB8AC3E}">
        <p14:creationId xmlns:p14="http://schemas.microsoft.com/office/powerpoint/2010/main" val="88685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83FA-E8B7-A126-64C5-25F5CB2A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Flexbox Components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A171-B53C-F972-040C-5FF6C71F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388" y="856343"/>
            <a:ext cx="10190048" cy="57041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flexbox always consists of: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A Flex Container </a:t>
            </a:r>
            <a:r>
              <a:rPr lang="en-US" dirty="0"/>
              <a:t>- The parent (container) element, where the display property is set to flex or inline-flex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One or more Flex Items </a:t>
            </a:r>
            <a:r>
              <a:rPr lang="en-US" dirty="0"/>
              <a:t>- The direct children of the flex container automatically becomes flex items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A Flex Container with Three Flex Items</a:t>
            </a:r>
          </a:p>
          <a:p>
            <a:pPr>
              <a:lnSpc>
                <a:spcPct val="150000"/>
              </a:lnSpc>
            </a:pPr>
            <a:r>
              <a:rPr lang="en-US" dirty="0"/>
              <a:t>The element below represents a flex container (the blue area) with three flex items.</a:t>
            </a:r>
          </a:p>
        </p:txBody>
      </p:sp>
    </p:spTree>
    <p:extLst>
      <p:ext uri="{BB962C8B-B14F-4D97-AF65-F5344CB8AC3E}">
        <p14:creationId xmlns:p14="http://schemas.microsoft.com/office/powerpoint/2010/main" val="242779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E61C-3408-3EC7-D20E-1E370CD0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45143"/>
            <a:ext cx="9308873" cy="1306286"/>
          </a:xfrm>
        </p:spPr>
        <p:txBody>
          <a:bodyPr/>
          <a:lstStyle/>
          <a:p>
            <a:r>
              <a:rPr lang="en-US" dirty="0"/>
              <a:t>CSS Flex Container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6F61D-73AD-BA6E-2439-F4F12009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2"/>
            <a:ext cx="10876416" cy="5123542"/>
          </a:xfrm>
        </p:spPr>
        <p:txBody>
          <a:bodyPr>
            <a:normAutofit/>
          </a:bodyPr>
          <a:lstStyle/>
          <a:p>
            <a:r>
              <a:rPr lang="en-US" dirty="0"/>
              <a:t>The flex container element can have the following properties:</a:t>
            </a:r>
          </a:p>
          <a:p>
            <a:r>
              <a:rPr lang="en-US" dirty="0"/>
              <a:t>display - Must be set to flex or inline-flex</a:t>
            </a:r>
          </a:p>
          <a:p>
            <a:r>
              <a:rPr lang="en-US" dirty="0"/>
              <a:t>flex-direction - Sets the display-direction of flex items</a:t>
            </a:r>
          </a:p>
          <a:p>
            <a:r>
              <a:rPr lang="en-US" dirty="0"/>
              <a:t>flex-wrap - Specifies whether the flex items should wrap or not</a:t>
            </a:r>
          </a:p>
          <a:p>
            <a:r>
              <a:rPr lang="en-US" dirty="0"/>
              <a:t>flex-flow - Shorthand property for flex-direction and flex-wrap</a:t>
            </a:r>
          </a:p>
          <a:p>
            <a:r>
              <a:rPr lang="en-US" dirty="0"/>
              <a:t>justify-content - Aligns the flex items when they do not use all available space on the main-axis (horizontally)</a:t>
            </a:r>
          </a:p>
          <a:p>
            <a:r>
              <a:rPr lang="en-US" dirty="0"/>
              <a:t>align-items - Aligns the flex items when they do not use all available space on the cross-axis (vertically)</a:t>
            </a:r>
          </a:p>
          <a:p>
            <a:r>
              <a:rPr lang="en-US" dirty="0"/>
              <a:t>align-content - Aligns the flex lines when there is extra space in the cross axis and flex items wrap</a:t>
            </a:r>
          </a:p>
        </p:txBody>
      </p:sp>
    </p:spTree>
    <p:extLst>
      <p:ext uri="{BB962C8B-B14F-4D97-AF65-F5344CB8AC3E}">
        <p14:creationId xmlns:p14="http://schemas.microsoft.com/office/powerpoint/2010/main" val="9323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8AFA-9B5C-F4BC-4791-B28617C0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flex-direction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C646-DC5E-BAF6-CB02-71FF6C60C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62100"/>
            <a:ext cx="9905998" cy="4347029"/>
          </a:xfrm>
        </p:spPr>
        <p:txBody>
          <a:bodyPr>
            <a:normAutofit/>
          </a:bodyPr>
          <a:lstStyle/>
          <a:p>
            <a:r>
              <a:rPr lang="en-US" dirty="0"/>
              <a:t>The flex-direction property specifies the display-direction of flex items in the flex container.</a:t>
            </a:r>
          </a:p>
          <a:p>
            <a:r>
              <a:rPr lang="en-US" dirty="0"/>
              <a:t>This property can have one of the following values:</a:t>
            </a:r>
          </a:p>
          <a:p>
            <a:r>
              <a:rPr lang="en-US" dirty="0"/>
              <a:t>row (default)</a:t>
            </a:r>
          </a:p>
          <a:p>
            <a:r>
              <a:rPr lang="en-US" dirty="0"/>
              <a:t>column</a:t>
            </a:r>
          </a:p>
          <a:p>
            <a:r>
              <a:rPr lang="en-US" dirty="0"/>
              <a:t>row-reverse</a:t>
            </a:r>
          </a:p>
          <a:p>
            <a:r>
              <a:rPr lang="en-US" dirty="0"/>
              <a:t>column-reverse</a:t>
            </a:r>
          </a:p>
        </p:txBody>
      </p:sp>
    </p:spTree>
    <p:extLst>
      <p:ext uri="{BB962C8B-B14F-4D97-AF65-F5344CB8AC3E}">
        <p14:creationId xmlns:p14="http://schemas.microsoft.com/office/powerpoint/2010/main" val="424862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81AE-0BE5-2CEB-2F6F-F41CF3A2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8685"/>
            <a:ext cx="9905998" cy="1905000"/>
          </a:xfrm>
        </p:spPr>
        <p:txBody>
          <a:bodyPr/>
          <a:lstStyle/>
          <a:p>
            <a:r>
              <a:rPr lang="en-US" dirty="0"/>
              <a:t>CSS flex-wrap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65EC-4AF6-85AE-E27B-A704D1345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299" y="1262742"/>
            <a:ext cx="10600644" cy="4630058"/>
          </a:xfrm>
        </p:spPr>
        <p:txBody>
          <a:bodyPr>
            <a:normAutofit/>
          </a:bodyPr>
          <a:lstStyle/>
          <a:p>
            <a:r>
              <a:rPr lang="en-US" sz="2400" dirty="0"/>
              <a:t>The flex-wrap property specifies whether the flex items should wrap or not, if there is not enough room for them on one flex line.</a:t>
            </a:r>
          </a:p>
          <a:p>
            <a:r>
              <a:rPr lang="en-US" sz="2400" dirty="0"/>
              <a:t>This property can have one of the following values:</a:t>
            </a:r>
          </a:p>
          <a:p>
            <a:r>
              <a:rPr lang="en-US" sz="2400" dirty="0" err="1"/>
              <a:t>nowrap</a:t>
            </a:r>
            <a:r>
              <a:rPr lang="en-US" sz="2400" dirty="0"/>
              <a:t> (default) The </a:t>
            </a:r>
            <a:r>
              <a:rPr lang="en-US" sz="2400" dirty="0" err="1"/>
              <a:t>nowrap</a:t>
            </a:r>
            <a:r>
              <a:rPr lang="en-US" sz="2400" dirty="0"/>
              <a:t> value specifies that the flex items will not wrap (this is default):</a:t>
            </a:r>
          </a:p>
          <a:p>
            <a:r>
              <a:rPr lang="en-US" sz="2400" dirty="0"/>
              <a:t>Wrap: The wrap value specifies that the flex items will wrap if necessary</a:t>
            </a:r>
          </a:p>
          <a:p>
            <a:r>
              <a:rPr lang="en-US" sz="2400" dirty="0"/>
              <a:t>wrap-reverse: The wrap-reverse value specifies that the flex items will wrap if necessary, in reverse order</a:t>
            </a:r>
          </a:p>
        </p:txBody>
      </p:sp>
    </p:spTree>
    <p:extLst>
      <p:ext uri="{BB962C8B-B14F-4D97-AF65-F5344CB8AC3E}">
        <p14:creationId xmlns:p14="http://schemas.microsoft.com/office/powerpoint/2010/main" val="345965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F10D-DE45-5168-8AA3-548D5E89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01486"/>
          </a:xfrm>
        </p:spPr>
        <p:txBody>
          <a:bodyPr/>
          <a:lstStyle/>
          <a:p>
            <a:r>
              <a:rPr lang="en-US" dirty="0"/>
              <a:t>CSS justify-content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71FA-C19E-2941-E980-AE685D16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51428"/>
            <a:ext cx="9905998" cy="5225143"/>
          </a:xfrm>
        </p:spPr>
        <p:txBody>
          <a:bodyPr>
            <a:normAutofit/>
          </a:bodyPr>
          <a:lstStyle/>
          <a:p>
            <a:r>
              <a:rPr lang="en-US" dirty="0"/>
              <a:t>The justify-content property is used to align the flex items when they do not use all available space on the main-axis (horizontally).</a:t>
            </a:r>
          </a:p>
          <a:p>
            <a:r>
              <a:rPr lang="en-US" dirty="0"/>
              <a:t>This property can have one of the following values:</a:t>
            </a:r>
          </a:p>
          <a:p>
            <a:r>
              <a:rPr lang="en-US" dirty="0"/>
              <a:t>center</a:t>
            </a:r>
          </a:p>
          <a:p>
            <a:r>
              <a:rPr lang="en-US" dirty="0"/>
              <a:t>flex-start (default)</a:t>
            </a:r>
          </a:p>
          <a:p>
            <a:r>
              <a:rPr lang="en-US" dirty="0"/>
              <a:t>flex-end</a:t>
            </a:r>
          </a:p>
          <a:p>
            <a:r>
              <a:rPr lang="en-US" dirty="0"/>
              <a:t>space-around</a:t>
            </a:r>
          </a:p>
          <a:p>
            <a:r>
              <a:rPr lang="en-US" dirty="0"/>
              <a:t>space-between</a:t>
            </a:r>
          </a:p>
          <a:p>
            <a:r>
              <a:rPr lang="en-US" dirty="0"/>
              <a:t>space-evenly</a:t>
            </a:r>
          </a:p>
        </p:txBody>
      </p:sp>
    </p:spTree>
    <p:extLst>
      <p:ext uri="{BB962C8B-B14F-4D97-AF65-F5344CB8AC3E}">
        <p14:creationId xmlns:p14="http://schemas.microsoft.com/office/powerpoint/2010/main" val="56174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0D7B-6795-AC72-69A1-D34E82EE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49943"/>
            <a:ext cx="9905998" cy="1074057"/>
          </a:xfrm>
        </p:spPr>
        <p:txBody>
          <a:bodyPr/>
          <a:lstStyle/>
          <a:p>
            <a:r>
              <a:rPr lang="en-US" dirty="0"/>
              <a:t>CSS Flexbox Align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06FF2-B0E8-EE31-60CA-2936A66E6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24000"/>
            <a:ext cx="9905998" cy="5442857"/>
          </a:xfrm>
        </p:spPr>
        <p:txBody>
          <a:bodyPr>
            <a:normAutofit/>
          </a:bodyPr>
          <a:lstStyle/>
          <a:p>
            <a:r>
              <a:rPr lang="en-US" dirty="0"/>
              <a:t>This page covers align-items, align-content, and true centering with Flexbox.</a:t>
            </a:r>
          </a:p>
          <a:p>
            <a:r>
              <a:rPr lang="en-US" dirty="0"/>
              <a:t>CSS align-items Property</a:t>
            </a:r>
          </a:p>
          <a:p>
            <a:r>
              <a:rPr lang="en-US" dirty="0"/>
              <a:t>The align-items property is used to align the flex items vertically (on the cross-axis).</a:t>
            </a:r>
          </a:p>
          <a:p>
            <a:endParaRPr lang="en-US" dirty="0"/>
          </a:p>
          <a:p>
            <a:r>
              <a:rPr lang="en-US" dirty="0"/>
              <a:t>This property can have one of the following values:</a:t>
            </a:r>
          </a:p>
          <a:p>
            <a:r>
              <a:rPr lang="en-US" dirty="0"/>
              <a:t>normal (default)</a:t>
            </a:r>
          </a:p>
          <a:p>
            <a:r>
              <a:rPr lang="en-US" dirty="0"/>
              <a:t>stretch</a:t>
            </a:r>
          </a:p>
          <a:p>
            <a:r>
              <a:rPr lang="en-US" dirty="0"/>
              <a:t>center</a:t>
            </a:r>
          </a:p>
          <a:p>
            <a:r>
              <a:rPr lang="en-US" dirty="0"/>
              <a:t>flex-start</a:t>
            </a:r>
          </a:p>
          <a:p>
            <a:r>
              <a:rPr lang="en-US" dirty="0"/>
              <a:t>flex-end</a:t>
            </a:r>
          </a:p>
          <a:p>
            <a:r>
              <a:rPr lang="en-US" dirty="0"/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268224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974A-4DD4-B888-25F4-E32249444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338943"/>
          </a:xfrm>
        </p:spPr>
        <p:txBody>
          <a:bodyPr/>
          <a:lstStyle/>
          <a:p>
            <a:r>
              <a:rPr lang="en-US" dirty="0"/>
              <a:t>CSS Flex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151CD-0DBF-E7B3-1699-23725A219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078" y="203200"/>
            <a:ext cx="10295844" cy="6778171"/>
          </a:xfrm>
        </p:spPr>
        <p:txBody>
          <a:bodyPr>
            <a:normAutofit/>
          </a:bodyPr>
          <a:lstStyle/>
          <a:p>
            <a:r>
              <a:rPr lang="en-US" dirty="0"/>
              <a:t>The direct child elements of a flex container automatically becomes flex items.</a:t>
            </a:r>
          </a:p>
          <a:p>
            <a:endParaRPr lang="en-US" dirty="0"/>
          </a:p>
          <a:p>
            <a:r>
              <a:rPr lang="en-US" dirty="0"/>
              <a:t>Flex items can have the following properties:</a:t>
            </a:r>
          </a:p>
          <a:p>
            <a:endParaRPr lang="en-US" dirty="0"/>
          </a:p>
          <a:p>
            <a:r>
              <a:rPr lang="en-US" dirty="0"/>
              <a:t>order - Specifies the display order of the flex items inside the flex container</a:t>
            </a:r>
          </a:p>
          <a:p>
            <a:r>
              <a:rPr lang="en-US" dirty="0"/>
              <a:t>flex-grow - Specifies how much a flex item will grow relative to the rest of the flex items</a:t>
            </a:r>
          </a:p>
          <a:p>
            <a:r>
              <a:rPr lang="en-US" dirty="0"/>
              <a:t>flex-shrink - Specifies how much a flex item will shrink relative to the rest of the flex items</a:t>
            </a:r>
          </a:p>
          <a:p>
            <a:r>
              <a:rPr lang="en-US" dirty="0"/>
              <a:t>flex-basis - Specifies the initial length of a flex item</a:t>
            </a:r>
          </a:p>
          <a:p>
            <a:r>
              <a:rPr lang="en-US" dirty="0"/>
              <a:t>flex - Shorthand property for flex-grow, flex-shrink, and flex-basis</a:t>
            </a:r>
          </a:p>
          <a:p>
            <a:r>
              <a:rPr lang="en-US" dirty="0"/>
              <a:t>align-self - Specifies the alignment for the flex item inside the flex container</a:t>
            </a:r>
          </a:p>
        </p:txBody>
      </p:sp>
    </p:spTree>
    <p:extLst>
      <p:ext uri="{BB962C8B-B14F-4D97-AF65-F5344CB8AC3E}">
        <p14:creationId xmlns:p14="http://schemas.microsoft.com/office/powerpoint/2010/main" val="179845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E1BD-D738-DAD1-D42D-52357703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order Property and gap</a:t>
            </a:r>
            <a:r>
              <a:rPr lang="en-US" sz="1400" dirty="0"/>
              <a:t>(pg. no 166)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3B5FC-F99D-7CB6-69AE-1DCD77DE0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property specifies the display order of the flex items inside the flex container.</a:t>
            </a:r>
          </a:p>
          <a:p>
            <a:endParaRPr lang="en-US" dirty="0"/>
          </a:p>
          <a:p>
            <a:r>
              <a:rPr lang="en-US" dirty="0"/>
              <a:t>The first flex item in the source code does not have to appear as the first item in the layout.</a:t>
            </a:r>
          </a:p>
          <a:p>
            <a:endParaRPr lang="en-US" dirty="0"/>
          </a:p>
          <a:p>
            <a:r>
              <a:rPr lang="en-US" dirty="0"/>
              <a:t>The order value must be a number, and the default value is 0.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6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14D9-6169-43DA-6B54-9E9A8F3B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56" y="468538"/>
            <a:ext cx="9905998" cy="538609"/>
          </a:xfrm>
        </p:spPr>
        <p:txBody>
          <a:bodyPr>
            <a:normAutofit fontScale="90000"/>
          </a:bodyPr>
          <a:lstStyle/>
          <a:p>
            <a:r>
              <a:rPr lang="en-US" dirty="0"/>
              <a:t>CSS flex-grow Property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8F56-9578-3D3C-1EEC-4A79320E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763632"/>
            <a:ext cx="9905998" cy="2079172"/>
          </a:xfrm>
        </p:spPr>
        <p:txBody>
          <a:bodyPr/>
          <a:lstStyle/>
          <a:p>
            <a:r>
              <a:rPr lang="en-US" dirty="0"/>
              <a:t>The flex-grow property specifies how much a flex item will grow relative to the rest of the flex items.</a:t>
            </a:r>
          </a:p>
          <a:p>
            <a:r>
              <a:rPr lang="en-US" dirty="0"/>
              <a:t>The value must be a number, and the default value is 0.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DD807-4BE4-5A9F-313A-E0F7796AA0DA}"/>
              </a:ext>
            </a:extLst>
          </p:cNvPr>
          <p:cNvSpPr txBox="1"/>
          <p:nvPr/>
        </p:nvSpPr>
        <p:spPr>
          <a:xfrm>
            <a:off x="372156" y="2515832"/>
            <a:ext cx="6096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dirty="0"/>
              <a:t>CSS flex-shrink Property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4FD5F-AA99-739C-14FE-78E2565B89CE}"/>
              </a:ext>
            </a:extLst>
          </p:cNvPr>
          <p:cNvSpPr txBox="1"/>
          <p:nvPr/>
        </p:nvSpPr>
        <p:spPr>
          <a:xfrm>
            <a:off x="1054326" y="3276940"/>
            <a:ext cx="9770155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flex-shrink property specifies how much a flex item will shrink relative to the rest of the flex items.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value must be a number, and the default value is 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CF0BD-F0F1-8136-4688-B5AA041D5269}"/>
              </a:ext>
            </a:extLst>
          </p:cNvPr>
          <p:cNvSpPr txBox="1"/>
          <p:nvPr/>
        </p:nvSpPr>
        <p:spPr>
          <a:xfrm>
            <a:off x="372156" y="4890402"/>
            <a:ext cx="6096000" cy="676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900" dirty="0"/>
              <a:t>CSS flex-basis Property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67411-8A41-37CF-4B29-5DB65797CD32}"/>
              </a:ext>
            </a:extLst>
          </p:cNvPr>
          <p:cNvSpPr txBox="1"/>
          <p:nvPr/>
        </p:nvSpPr>
        <p:spPr>
          <a:xfrm>
            <a:off x="1077118" y="5265591"/>
            <a:ext cx="8496074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flex-basis property specifies the initial length of a flex item.</a:t>
            </a:r>
          </a:p>
        </p:txBody>
      </p:sp>
    </p:spTree>
    <p:extLst>
      <p:ext uri="{BB962C8B-B14F-4D97-AF65-F5344CB8AC3E}">
        <p14:creationId xmlns:p14="http://schemas.microsoft.com/office/powerpoint/2010/main" val="40221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450775-C770-CF36-C60D-D3F28F89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" t="-857" r="5404" b="6353"/>
          <a:stretch/>
        </p:blipFill>
        <p:spPr>
          <a:xfrm>
            <a:off x="914400" y="0"/>
            <a:ext cx="9434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4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7EEB-2027-EF9D-8B3C-9F26A189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098" y="261257"/>
            <a:ext cx="9905998" cy="1001486"/>
          </a:xfrm>
        </p:spPr>
        <p:txBody>
          <a:bodyPr/>
          <a:lstStyle/>
          <a:p>
            <a:r>
              <a:rPr lang="en-US" dirty="0"/>
              <a:t>CSS Responsive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E05E6-769A-7D42-26E8-536C6B794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97" y="943428"/>
            <a:ext cx="10411959" cy="5471886"/>
          </a:xfrm>
        </p:spPr>
        <p:txBody>
          <a:bodyPr>
            <a:normAutofit/>
          </a:bodyPr>
          <a:lstStyle/>
          <a:p>
            <a:pPr>
              <a:lnSpc>
                <a:spcPct val="220000"/>
              </a:lnSpc>
            </a:pPr>
            <a:r>
              <a:rPr lang="en-US" dirty="0"/>
              <a:t>Responsive Flexbox</a:t>
            </a:r>
          </a:p>
          <a:p>
            <a:pPr>
              <a:lnSpc>
                <a:spcPct val="220000"/>
              </a:lnSpc>
            </a:pPr>
            <a:r>
              <a:rPr lang="en-US" dirty="0"/>
              <a:t>You learned from the CSS Media Queries chapter that you can use media queries to create different layouts for different screen sizes and devices.</a:t>
            </a:r>
          </a:p>
          <a:p>
            <a:pPr>
              <a:lnSpc>
                <a:spcPct val="220000"/>
              </a:lnSpc>
            </a:pPr>
            <a:r>
              <a:rPr lang="en-US" dirty="0"/>
              <a:t>For example, if you want to create a three-column layout for large screen sizes, and a one-column layout for small screen sizes (such as phones), you can change the flex-direction from row to column at a specific breakpoint (600px)</a:t>
            </a:r>
          </a:p>
        </p:txBody>
      </p:sp>
    </p:spTree>
    <p:extLst>
      <p:ext uri="{BB962C8B-B14F-4D97-AF65-F5344CB8AC3E}">
        <p14:creationId xmlns:p14="http://schemas.microsoft.com/office/powerpoint/2010/main" val="293676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2497-E162-55BA-F262-84D99DFD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55" y="0"/>
            <a:ext cx="11050587" cy="1905000"/>
          </a:xfrm>
        </p:spPr>
        <p:txBody>
          <a:bodyPr/>
          <a:lstStyle/>
          <a:p>
            <a:r>
              <a:rPr lang="en-US" dirty="0"/>
              <a:t>Practical Task: Build a responsive navbar and card layout using Flexbox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D9A29F0-AAB4-1A96-440D-222CB629B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376" y="1505857"/>
            <a:ext cx="8629247" cy="5162718"/>
          </a:xfrm>
        </p:spPr>
      </p:pic>
    </p:spTree>
    <p:extLst>
      <p:ext uri="{BB962C8B-B14F-4D97-AF65-F5344CB8AC3E}">
        <p14:creationId xmlns:p14="http://schemas.microsoft.com/office/powerpoint/2010/main" val="266407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6"/>
    </mc:Choice>
    <mc:Fallback xmlns="">
      <p:transition spd="slow" advTm="2996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127</TotalTime>
  <Words>861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Mesh</vt:lpstr>
      <vt:lpstr>Flexbox Layout Mastery </vt:lpstr>
      <vt:lpstr>What is Flexbox?</vt:lpstr>
      <vt:lpstr>CSS Flexbox Components </vt:lpstr>
      <vt:lpstr>CSS Flex Container Properties</vt:lpstr>
      <vt:lpstr>CSS flex-direction Property</vt:lpstr>
      <vt:lpstr>CSS flex-wrap Property</vt:lpstr>
      <vt:lpstr>CSS justify-content Property</vt:lpstr>
      <vt:lpstr>CSS Flexbox Align</vt:lpstr>
      <vt:lpstr>CSS Flex Items</vt:lpstr>
      <vt:lpstr>CSS order Property and gap(pg. no 166)</vt:lpstr>
      <vt:lpstr>CSS flex-grow Property </vt:lpstr>
      <vt:lpstr>PowerPoint Presentation</vt:lpstr>
      <vt:lpstr>CSS Responsive Flexbox</vt:lpstr>
      <vt:lpstr>Practical Task: Build a responsive navbar and card layout using Flexbox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20</cp:revision>
  <dcterms:created xsi:type="dcterms:W3CDTF">2026-02-19T09:52:12Z</dcterms:created>
  <dcterms:modified xsi:type="dcterms:W3CDTF">2026-02-19T12:03:45Z</dcterms:modified>
</cp:coreProperties>
</file>