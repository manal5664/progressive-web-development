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9" autoAdjust="0"/>
    <p:restoredTop sz="88073" autoAdjust="0"/>
  </p:normalViewPr>
  <p:slideViewPr>
    <p:cSldViewPr snapToGrid="0">
      <p:cViewPr varScale="1">
        <p:scale>
          <a:sx n="77" d="100"/>
          <a:sy n="77" d="100"/>
        </p:scale>
        <p:origin x="64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DE5107-69CC-4A57-ABAD-0CA00010CF2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247980-B450-46BC-9E07-9952940E88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5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247980-B450-46BC-9E07-9952940E88C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963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32EB1-1DDD-02B4-76EF-D57BB6ECD6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A1C6A-4FFE-8C9F-A625-CBBCDA7AE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8A8FDB-8974-5817-94D3-EB06540A2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2A-3DC7-452F-8002-BCDA8B7900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798A7-7C66-88A1-6262-11BF6D0EE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D45B6-2D7F-7D4C-CDAB-BD6844BCC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116C-2EB9-451A-8780-CDCC2479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470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3DBF5-B0E4-3FE0-6BB9-38A8BF043F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CDB42-D77B-98DA-FEA1-A8169A094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C3EA5-9133-55D0-F11C-80657B3A4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2A-3DC7-452F-8002-BCDA8B7900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065A07-A1FE-EF63-44AF-EDFE18D20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123AB-AF26-BB8D-B8F5-C3BFFB377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116C-2EB9-451A-8780-CDCC2479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700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DB60D-E775-BB47-F48E-10A40E1D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3A5029-AF91-863E-8D86-56F70682C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F3A0A-48DD-9C30-B7CA-1B82A726B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2A-3DC7-452F-8002-BCDA8B7900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7155F-BDE6-1D32-8734-E8E565083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343AEF-6A3F-DE21-5F3B-9C6199C5C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116C-2EB9-451A-8780-CDCC2479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732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508D7-656D-AFD3-8094-B342D2846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85DEA-4256-0D02-88C3-B17235C07F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3870F-D8AC-7FDD-8132-8C503F19D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297B4-1A74-FC9A-7870-786A0819F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2A-3DC7-452F-8002-BCDA8B7900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E8E655-A240-A399-848E-E6FA15E1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A458C-4993-BDC3-1C33-935A17CA5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116C-2EB9-451A-8780-CDCC2479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91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7C5FD-7B99-22C5-7ED2-C7F8F0FC8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625E0-C8DB-119B-FD97-C78AA29E3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F439F-0A6D-8EE3-0612-DA951036DD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3B5563-3DE5-836B-C993-282B8945B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FA7FE8-FA78-6888-269F-9F1E4B4F4F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04DD9D-0A17-5929-E5BE-D60600807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2A-3DC7-452F-8002-BCDA8B7900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12F347-C428-ED2C-300C-85F6DE972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07A56D-8D3C-9E46-7D71-42FE59338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116C-2EB9-451A-8780-CDCC2479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6377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5F06D-2E16-C781-F5D1-06B3FFDA2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C0D97F-FCA5-CD47-616D-69687B348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2A-3DC7-452F-8002-BCDA8B7900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EB6545-EC9A-0298-7CE3-1E75C2F8C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1B54E7-D17B-4893-E1F4-800166333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116C-2EB9-451A-8780-CDCC2479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8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19B23B-C285-236F-DC5F-5F3786ABB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2A-3DC7-452F-8002-BCDA8B7900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CB856F-401D-128B-64A6-8BA3335F7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C02E6-5E84-AB4C-FD80-168877E53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116C-2EB9-451A-8780-CDCC2479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801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EB5AA-AEB2-2CBD-D079-5DC7644A1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742F7-4505-400F-F2F3-A9CE2232D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562EA-D5E2-3999-6DA9-3DC94AA96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CDFBE-0F03-6237-42E7-C016EA929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2A-3DC7-452F-8002-BCDA8B7900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D7D5D1-E7A7-9085-D700-285738FD2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3D8C88-36CC-4F43-ED8B-CF0A18C3F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116C-2EB9-451A-8780-CDCC2479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058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C2D10-3AFE-4883-B523-44E3ED388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94AD35-2F56-68D7-4295-A33B3D4256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7098E7-98AF-66BB-E018-BEE34C5EFA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159686-5ECF-7EAE-1EBB-74DD6B05F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2A-3DC7-452F-8002-BCDA8B7900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725235-0EB5-BC4D-8787-789269B5D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7FA8BA-CE68-6C90-0725-53563070B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116C-2EB9-451A-8780-CDCC2479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237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DF8D1-1789-AB47-2E0A-395DDC0A3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95F497-FFED-E265-DE01-C5F60E6B51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B1D13-B7BD-4E94-5191-3DD1D40CF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2A-3DC7-452F-8002-BCDA8B7900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8CB0E-155A-14B9-1CB3-6973AC3E9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CBA8C0-1CC5-5E4E-BE26-BAD8D8871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116C-2EB9-451A-8780-CDCC2479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947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816B29-BF68-5BC2-CA53-540231D82C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5B5528-C652-99BF-2750-806182EF2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B9AE69-B3DE-9B1C-E554-24DD04798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D732A-3DC7-452F-8002-BCDA8B7900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6F8F2-FA82-89A0-7102-763AF060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6080D-958F-ECBA-912C-97128B9B3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6116C-2EB9-451A-8780-CDCC2479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2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7C96-020F-0FFA-D9D1-C438F1F31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FE4FE-05B3-6900-9040-72BD26B7A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C8F32-A29D-91C4-F954-D7EB50B125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5D732A-3DC7-452F-8002-BCDA8B790012}" type="datetimeFigureOut">
              <a:rPr lang="en-US" smtClean="0"/>
              <a:t>2/20/2026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713B7-964E-A494-1BBF-835BC26C84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396E-61A4-999D-EDB2-47B778494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B6116C-2EB9-451A-8780-CDCC2479BE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F3B96-D7F4-FF80-407D-0BCDB12ED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782" y="1756258"/>
            <a:ext cx="11633333" cy="2387600"/>
          </a:xfrm>
        </p:spPr>
        <p:txBody>
          <a:bodyPr/>
          <a:lstStyle/>
          <a:p>
            <a:r>
              <a:rPr lang="en-US" dirty="0"/>
              <a:t>Embedding Audio and video in HTML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E3DA80-BC9A-E1FA-3E14-4AEE7F706D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Presented by: Manal Asghar</a:t>
            </a:r>
          </a:p>
        </p:txBody>
      </p:sp>
    </p:spTree>
    <p:extLst>
      <p:ext uri="{BB962C8B-B14F-4D97-AF65-F5344CB8AC3E}">
        <p14:creationId xmlns:p14="http://schemas.microsoft.com/office/powerpoint/2010/main" val="3011831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6976A-9C2B-DFFA-89F3-85BB19F7E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812" y="0"/>
            <a:ext cx="10515600" cy="1325563"/>
          </a:xfrm>
        </p:spPr>
        <p:txBody>
          <a:bodyPr/>
          <a:lstStyle/>
          <a:p>
            <a:r>
              <a:rPr lang="en-US" dirty="0"/>
              <a:t>Embedding Audio in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81C62-3EA8-9977-108F-8ABFFA2A9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625" y="872425"/>
            <a:ext cx="11137136" cy="580038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1700" dirty="0"/>
              <a:t>HTML5 provides the &lt;audio&gt; element to add sound files to a webpage.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Basic Syntax: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&lt;audio controls&gt;</a:t>
            </a:r>
            <a:br>
              <a:rPr lang="en-US" sz="1700" dirty="0"/>
            </a:br>
            <a:r>
              <a:rPr lang="en-US" sz="1700" dirty="0"/>
              <a:t>&lt;source </a:t>
            </a:r>
            <a:r>
              <a:rPr lang="en-US" sz="1700" dirty="0" err="1"/>
              <a:t>src</a:t>
            </a:r>
            <a:r>
              <a:rPr lang="en-US" sz="1700" dirty="0"/>
              <a:t>="audio.mp3" type="audio/mpeg"&gt;</a:t>
            </a:r>
            <a:br>
              <a:rPr lang="en-US" sz="1700" dirty="0"/>
            </a:br>
            <a:r>
              <a:rPr lang="en-US" sz="1700" dirty="0"/>
              <a:t>Your browser does not support the audio element.</a:t>
            </a:r>
            <a:br>
              <a:rPr lang="en-US" sz="1700" dirty="0"/>
            </a:br>
            <a:r>
              <a:rPr lang="en-US" sz="1700" dirty="0"/>
              <a:t>&lt;/audio&gt;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700" dirty="0"/>
              <a:t>Important Attributes: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controls → Shows play/pause buttons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autoplay → Plays automatically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loop → Repeats audio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muted → Starts muted</a:t>
            </a:r>
          </a:p>
          <a:p>
            <a:pPr>
              <a:lnSpc>
                <a:spcPct val="150000"/>
              </a:lnSpc>
            </a:pPr>
            <a:r>
              <a:rPr lang="en-US" sz="1700" dirty="0"/>
              <a:t>The &lt;source&gt; tag allows multiple audio formats for better browser support.</a:t>
            </a:r>
          </a:p>
        </p:txBody>
      </p:sp>
    </p:spTree>
    <p:extLst>
      <p:ext uri="{BB962C8B-B14F-4D97-AF65-F5344CB8AC3E}">
        <p14:creationId xmlns:p14="http://schemas.microsoft.com/office/powerpoint/2010/main" val="3680681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C6000-5F0E-6D75-B563-F3532663B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74427" cy="1163045"/>
          </a:xfrm>
        </p:spPr>
        <p:txBody>
          <a:bodyPr/>
          <a:lstStyle/>
          <a:p>
            <a:r>
              <a:rPr lang="en-US" dirty="0"/>
              <a:t>Embedding Video in 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29D5A-55EB-0BC3-B6E9-F23B35C3D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374" y="1528170"/>
            <a:ext cx="10515600" cy="532983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HTML5 provides the &lt;video&gt; element to display videos.</a:t>
            </a:r>
          </a:p>
          <a:p>
            <a:r>
              <a:rPr lang="en-US" dirty="0"/>
              <a:t>HTML5 provides the &lt;video&gt; element to display videos.</a:t>
            </a:r>
          </a:p>
          <a:p>
            <a:r>
              <a:rPr lang="en-US" dirty="0"/>
              <a:t>Basic Syntax:</a:t>
            </a:r>
          </a:p>
          <a:p>
            <a:r>
              <a:rPr lang="en-US" dirty="0"/>
              <a:t>&lt;video width="400" controls&gt;  </a:t>
            </a:r>
          </a:p>
          <a:p>
            <a:r>
              <a:rPr lang="en-US" dirty="0"/>
              <a:t>&lt;source </a:t>
            </a:r>
            <a:r>
              <a:rPr lang="en-US" dirty="0" err="1"/>
              <a:t>src</a:t>
            </a:r>
            <a:r>
              <a:rPr lang="en-US" dirty="0"/>
              <a:t>="video.mp4" type="video/mp4"&gt;  </a:t>
            </a:r>
          </a:p>
          <a:p>
            <a:r>
              <a:rPr lang="en-US" dirty="0"/>
              <a:t>Your browser does not support the video tag.</a:t>
            </a:r>
          </a:p>
          <a:p>
            <a:r>
              <a:rPr lang="en-US" dirty="0"/>
              <a:t>&lt;/video&gt;</a:t>
            </a:r>
          </a:p>
          <a:p>
            <a:r>
              <a:rPr lang="en-US" dirty="0"/>
              <a:t>Important Attributes:</a:t>
            </a:r>
          </a:p>
          <a:p>
            <a:r>
              <a:rPr lang="en-US" dirty="0"/>
              <a:t>controls → Video controls</a:t>
            </a:r>
          </a:p>
          <a:p>
            <a:r>
              <a:rPr lang="en-US" dirty="0"/>
              <a:t>width / height → Set size</a:t>
            </a:r>
          </a:p>
          <a:p>
            <a:r>
              <a:rPr lang="en-US" dirty="0"/>
              <a:t>autoplay → Plays automatically</a:t>
            </a:r>
          </a:p>
          <a:p>
            <a:r>
              <a:rPr lang="en-US" dirty="0"/>
              <a:t>loop → Repeats </a:t>
            </a:r>
            <a:r>
              <a:rPr lang="en-US" dirty="0" err="1"/>
              <a:t>videoposter</a:t>
            </a:r>
            <a:r>
              <a:rPr lang="en-US" dirty="0"/>
              <a:t> → Shows preview image</a:t>
            </a:r>
          </a:p>
        </p:txBody>
      </p:sp>
    </p:spTree>
    <p:extLst>
      <p:ext uri="{BB962C8B-B14F-4D97-AF65-F5344CB8AC3E}">
        <p14:creationId xmlns:p14="http://schemas.microsoft.com/office/powerpoint/2010/main" val="4072659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60ED6-8993-852E-6421-0045A4E21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Fallback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23523-42B8-FCAE-B659-910B89749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4361"/>
            <a:ext cx="10515600" cy="4351338"/>
          </a:xfrm>
        </p:spPr>
        <p:txBody>
          <a:bodyPr>
            <a:normAutofit fontScale="62500" lnSpcReduction="20000"/>
          </a:bodyPr>
          <a:lstStyle/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Fallback Content</a:t>
            </a:r>
          </a:p>
          <a:p>
            <a:pPr>
              <a:lnSpc>
                <a:spcPct val="150000"/>
              </a:lnSpc>
            </a:pPr>
            <a:r>
              <a:rPr lang="en-US" dirty="0"/>
              <a:t>Fallback content is displayed when:</a:t>
            </a:r>
          </a:p>
          <a:p>
            <a:pPr>
              <a:lnSpc>
                <a:spcPct val="150000"/>
              </a:lnSpc>
            </a:pPr>
            <a:r>
              <a:rPr lang="en-US" dirty="0"/>
              <a:t>The browser does not support audio/video</a:t>
            </a:r>
          </a:p>
          <a:p>
            <a:pPr>
              <a:lnSpc>
                <a:spcPct val="150000"/>
              </a:lnSpc>
            </a:pPr>
            <a:r>
              <a:rPr lang="en-US" dirty="0"/>
              <a:t>The file format is not supported</a:t>
            </a:r>
          </a:p>
          <a:p>
            <a:pPr>
              <a:lnSpc>
                <a:spcPct val="150000"/>
              </a:lnSpc>
            </a:pPr>
            <a:r>
              <a:rPr lang="en-US" dirty="0"/>
              <a:t>Example: Your browser does not support the video tag.</a:t>
            </a:r>
          </a:p>
          <a:p>
            <a:pPr>
              <a:lnSpc>
                <a:spcPct val="150000"/>
              </a:lnSpc>
            </a:pPr>
            <a:r>
              <a:rPr lang="en-US" dirty="0"/>
              <a:t>We can also provide multiple formats:</a:t>
            </a:r>
          </a:p>
          <a:p>
            <a:pPr>
              <a:lnSpc>
                <a:spcPct val="150000"/>
              </a:lnSpc>
            </a:pPr>
            <a:r>
              <a:rPr lang="en-US" dirty="0"/>
              <a:t>&lt;source </a:t>
            </a:r>
            <a:r>
              <a:rPr lang="en-US" dirty="0" err="1"/>
              <a:t>src</a:t>
            </a:r>
            <a:r>
              <a:rPr lang="en-US" dirty="0"/>
              <a:t>="video.mp4" type="video/mp4"&gt;</a:t>
            </a:r>
          </a:p>
          <a:p>
            <a:pPr>
              <a:lnSpc>
                <a:spcPct val="150000"/>
              </a:lnSpc>
            </a:pPr>
            <a:r>
              <a:rPr lang="en-US" dirty="0"/>
              <a:t>&lt;source </a:t>
            </a:r>
            <a:r>
              <a:rPr lang="en-US" dirty="0" err="1"/>
              <a:t>src</a:t>
            </a:r>
            <a:r>
              <a:rPr lang="en-US" dirty="0"/>
              <a:t>="video.webm" type="video/webm"&gt;This improves compatibility across browsers.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860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300A3-DA36-1C8B-58D9-3DA3A1834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663" y="0"/>
            <a:ext cx="10515600" cy="1325563"/>
          </a:xfrm>
        </p:spPr>
        <p:txBody>
          <a:bodyPr/>
          <a:lstStyle/>
          <a:p>
            <a:r>
              <a:rPr lang="en-US" dirty="0"/>
              <a:t>Accessibility in Audio &amp; Video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53E28-F818-18A8-02E1-82C90B2E7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917"/>
            <a:ext cx="11353800" cy="536608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Accessibility ensures media is usable by everyone.</a:t>
            </a:r>
          </a:p>
          <a:p>
            <a:r>
              <a:rPr lang="en-US" dirty="0"/>
              <a:t>Best Practices:</a:t>
            </a:r>
          </a:p>
          <a:p>
            <a:r>
              <a:rPr lang="en-US" dirty="0"/>
              <a:t>Use controls so users can manage playback</a:t>
            </a:r>
          </a:p>
          <a:p>
            <a:r>
              <a:rPr lang="en-US" dirty="0"/>
              <a:t>Provide captions for videos</a:t>
            </a:r>
          </a:p>
          <a:p>
            <a:r>
              <a:rPr lang="en-US" dirty="0"/>
              <a:t>Add subtitles using &lt;track&gt; tag.</a:t>
            </a:r>
          </a:p>
          <a:p>
            <a:r>
              <a:rPr lang="en-US" dirty="0"/>
              <a:t>Provide text transcripts for audio</a:t>
            </a:r>
          </a:p>
          <a:p>
            <a:r>
              <a:rPr lang="en-US" dirty="0"/>
              <a:t>Example with captions:</a:t>
            </a:r>
          </a:p>
          <a:p>
            <a:r>
              <a:rPr lang="en-US" dirty="0"/>
              <a:t>&lt;track </a:t>
            </a:r>
            <a:r>
              <a:rPr lang="en-US" dirty="0" err="1"/>
              <a:t>src</a:t>
            </a:r>
            <a:r>
              <a:rPr lang="en-US" dirty="0"/>
              <a:t>="</a:t>
            </a:r>
            <a:r>
              <a:rPr lang="en-US" dirty="0" err="1"/>
              <a:t>subtitles.vtt</a:t>
            </a:r>
            <a:r>
              <a:rPr lang="en-US" dirty="0"/>
              <a:t>" kind="subtitles" </a:t>
            </a:r>
            <a:r>
              <a:rPr lang="en-US" dirty="0" err="1"/>
              <a:t>srclang</a:t>
            </a:r>
            <a:r>
              <a:rPr lang="en-US" dirty="0"/>
              <a:t>="</a:t>
            </a:r>
            <a:r>
              <a:rPr lang="en-US" dirty="0" err="1"/>
              <a:t>en</a:t>
            </a:r>
            <a:r>
              <a:rPr lang="en-US" dirty="0"/>
              <a:t>" label="English"&gt;</a:t>
            </a:r>
          </a:p>
          <a:p>
            <a:pPr marL="0" indent="0">
              <a:buNone/>
            </a:pPr>
            <a:r>
              <a:rPr lang="en-US" dirty="0"/>
              <a:t>This helps:</a:t>
            </a:r>
          </a:p>
          <a:p>
            <a:r>
              <a:rPr lang="en-US" dirty="0"/>
              <a:t> Hearing-impaired </a:t>
            </a:r>
          </a:p>
          <a:p>
            <a:r>
              <a:rPr lang="en-US" dirty="0"/>
              <a:t>users on-native speakers </a:t>
            </a:r>
          </a:p>
          <a:p>
            <a:r>
              <a:rPr lang="en-US" dirty="0"/>
              <a:t>Users in noisy environments</a:t>
            </a:r>
          </a:p>
        </p:txBody>
      </p:sp>
    </p:spTree>
    <p:extLst>
      <p:ext uri="{BB962C8B-B14F-4D97-AF65-F5344CB8AC3E}">
        <p14:creationId xmlns:p14="http://schemas.microsoft.com/office/powerpoint/2010/main" val="2293120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F7237-E521-EDB0-E933-B0EEC22D5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Accessibility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C9858-C01A-07DF-FBC5-6458965F0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Makes website inclusive</a:t>
            </a:r>
          </a:p>
          <a:p>
            <a:r>
              <a:rPr lang="en-US" dirty="0"/>
              <a:t>Improves user experience</a:t>
            </a:r>
          </a:p>
          <a:p>
            <a:r>
              <a:rPr lang="en-US" dirty="0"/>
              <a:t>Required by modern web standards</a:t>
            </a:r>
          </a:p>
          <a:p>
            <a:r>
              <a:rPr lang="en-US" dirty="0"/>
              <a:t>Enhances SEO</a:t>
            </a:r>
          </a:p>
          <a:p>
            <a:r>
              <a:rPr lang="en-US" dirty="0"/>
              <a:t>Accessible media content ensures equal access for all users.</a:t>
            </a:r>
          </a:p>
        </p:txBody>
      </p:sp>
    </p:spTree>
    <p:extLst>
      <p:ext uri="{BB962C8B-B14F-4D97-AF65-F5344CB8AC3E}">
        <p14:creationId xmlns:p14="http://schemas.microsoft.com/office/powerpoint/2010/main" val="209518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AE09C-8C9C-5E5C-39D3-9BAD35705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0217"/>
          </a:xfrm>
        </p:spPr>
        <p:txBody>
          <a:bodyPr>
            <a:normAutofit/>
          </a:bodyPr>
          <a:lstStyle/>
          <a:p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CSS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ui-sans-serif"/>
              </a:rPr>
              <a:t>Subgrid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824CA-B313-CAAB-E8D9-C7193C05A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it?</a:t>
            </a:r>
          </a:p>
          <a:p>
            <a:r>
              <a:rPr lang="en-US" dirty="0"/>
              <a:t>Normally, a grid container defines rows and columns.</a:t>
            </a:r>
          </a:p>
          <a:p>
            <a:r>
              <a:rPr lang="en-US" dirty="0"/>
              <a:t>Sub grid allows a child grid container to inherit the row or column definitions from its parent grid.</a:t>
            </a:r>
          </a:p>
          <a:p>
            <a:r>
              <a:rPr lang="en-US" dirty="0"/>
              <a:t>This helps keep alignment consistent across nested elements.</a:t>
            </a:r>
          </a:p>
        </p:txBody>
      </p:sp>
    </p:spTree>
    <p:extLst>
      <p:ext uri="{BB962C8B-B14F-4D97-AF65-F5344CB8AC3E}">
        <p14:creationId xmlns:p14="http://schemas.microsoft.com/office/powerpoint/2010/main" val="3253616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F0B60-7D3D-F249-D782-EE7E63513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Viewport Units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F67F1-193E-B64A-52B0-09612DDF8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9959"/>
            <a:ext cx="10515600" cy="4351338"/>
          </a:xfrm>
        </p:spPr>
        <p:txBody>
          <a:bodyPr/>
          <a:lstStyle/>
          <a:p>
            <a:r>
              <a:rPr lang="en-US" dirty="0"/>
              <a:t>Viewport units are relative to the browser window size: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E65E8E-6207-28B0-EC05-7B29E6AADF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00" y="2134322"/>
            <a:ext cx="10302976" cy="4413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17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9091D-F910-1B8B-321C-FFF5545C1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362" y="25704"/>
            <a:ext cx="10515600" cy="1325563"/>
          </a:xfrm>
        </p:spPr>
        <p:txBody>
          <a:bodyPr/>
          <a:lstStyle/>
          <a:p>
            <a:r>
              <a:rPr lang="en-US" dirty="0"/>
              <a:t>Example: Fullscreen Section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388A3E-116D-7007-D3D7-777520C62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038" y="1021742"/>
            <a:ext cx="7366348" cy="552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395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429</Words>
  <Application>Microsoft Office PowerPoint</Application>
  <PresentationFormat>Widescreen</PresentationFormat>
  <Paragraphs>65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ui-sans-serif</vt:lpstr>
      <vt:lpstr>Office Theme</vt:lpstr>
      <vt:lpstr>Embedding Audio and video in HTML</vt:lpstr>
      <vt:lpstr>Embedding Audio in HTML</vt:lpstr>
      <vt:lpstr>Embedding Video in HTML</vt:lpstr>
      <vt:lpstr>Fallback Content</vt:lpstr>
      <vt:lpstr>Accessibility in Audio &amp; Video</vt:lpstr>
      <vt:lpstr>Why Accessibility Matters</vt:lpstr>
      <vt:lpstr>CSS Subgrid</vt:lpstr>
      <vt:lpstr>Viewport Units</vt:lpstr>
      <vt:lpstr>Example: Fullscreen Section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Manal Atif</dc:creator>
  <cp:lastModifiedBy>Manal Atif</cp:lastModifiedBy>
  <cp:revision>12</cp:revision>
  <dcterms:created xsi:type="dcterms:W3CDTF">2026-02-20T06:38:57Z</dcterms:created>
  <dcterms:modified xsi:type="dcterms:W3CDTF">2026-02-20T09:37:38Z</dcterms:modified>
</cp:coreProperties>
</file>