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48888-37EE-4258-B042-AB79701FB21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57CC8-082A-4941-A97B-3A6552CF3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0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57CC8-082A-4941-A97B-3A6552CF3A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57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68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2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2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4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9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8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9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8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0185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13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270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008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55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40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34189-0873-4A99-B346-F4FFF07F1869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3CE2B7-041C-43F8-8D7F-5EDD13BF2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27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E5DD-6784-051D-DDF3-197B655BD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574482" cy="1646302"/>
          </a:xfrm>
        </p:spPr>
        <p:txBody>
          <a:bodyPr/>
          <a:lstStyle/>
          <a:p>
            <a:pPr algn="ctr"/>
            <a:r>
              <a:rPr lang="en-US" dirty="0"/>
              <a:t>JavaScript Event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6BC2E-646A-C27F-1827-1945ABC5F9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268522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7F78-5029-97AF-E86E-21FD0013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4441-2AC8-AA48-7C7A-C6EED4B2D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What is an Event?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Event = an action that happens in the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Example: click, key press, mouse movement</a:t>
            </a:r>
          </a:p>
          <a:p>
            <a:r>
              <a:rPr lang="en-US" sz="2000" b="1" dirty="0"/>
              <a:t>Why Use Events?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Make pages interactive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Respond to user actions dynamically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764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34CA-EED5-5B0A-2ECC-9B5AA2EB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Events in JavaScript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054147-D5D7-D244-5F8A-DF7E45746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7116919"/>
              </p:ext>
            </p:extLst>
          </p:nvPr>
        </p:nvGraphicFramePr>
        <p:xfrm>
          <a:off x="1101414" y="1710481"/>
          <a:ext cx="7748508" cy="386851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74254">
                  <a:extLst>
                    <a:ext uri="{9D8B030D-6E8A-4147-A177-3AD203B41FA5}">
                      <a16:colId xmlns:a16="http://schemas.microsoft.com/office/drawing/2014/main" val="1052299673"/>
                    </a:ext>
                  </a:extLst>
                </a:gridCol>
                <a:gridCol w="3874254">
                  <a:extLst>
                    <a:ext uri="{9D8B030D-6E8A-4147-A177-3AD203B41FA5}">
                      <a16:colId xmlns:a16="http://schemas.microsoft.com/office/drawing/2014/main" val="195505867"/>
                    </a:ext>
                  </a:extLst>
                </a:gridCol>
              </a:tblGrid>
              <a:tr h="553173">
                <a:tc>
                  <a:txBody>
                    <a:bodyPr/>
                    <a:lstStyle/>
                    <a:p>
                      <a:r>
                        <a:rPr lang="en-US"/>
                        <a:t>Event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933652"/>
                  </a:ext>
                </a:extLst>
              </a:tr>
              <a:tr h="687775">
                <a:tc>
                  <a:txBody>
                    <a:bodyPr/>
                    <a:lstStyle/>
                    <a:p>
                      <a:r>
                        <a:rPr lang="en-US" dirty="0"/>
                        <a:t>click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Triggered when user clicks an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031354"/>
                  </a:ext>
                </a:extLst>
              </a:tr>
              <a:tr h="553173">
                <a:tc>
                  <a:txBody>
                    <a:bodyPr/>
                    <a:lstStyle/>
                    <a:p>
                      <a:r>
                        <a:rPr lang="en-US"/>
                        <a:t>keyup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Triggered when user releases a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504323"/>
                  </a:ext>
                </a:extLst>
              </a:tr>
              <a:tr h="968050">
                <a:tc>
                  <a:txBody>
                    <a:bodyPr/>
                    <a:lstStyle/>
                    <a:p>
                      <a:r>
                        <a:rPr lang="en-US"/>
                        <a:t>mouseover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Triggered when mouse moves over an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6595"/>
                  </a:ext>
                </a:extLst>
              </a:tr>
              <a:tr h="553173">
                <a:tc>
                  <a:txBody>
                    <a:bodyPr/>
                    <a:lstStyle/>
                    <a:p>
                      <a:r>
                        <a:rPr lang="en-US" dirty="0"/>
                        <a:t>submit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Triggered when a form is submitted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655516"/>
                  </a:ext>
                </a:extLst>
              </a:tr>
              <a:tr h="553173"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Triggered when input value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830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300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F75E-D104-BA45-19DC-E701DF79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37" y="246563"/>
            <a:ext cx="8596668" cy="987706"/>
          </a:xfrm>
        </p:spPr>
        <p:txBody>
          <a:bodyPr/>
          <a:lstStyle/>
          <a:p>
            <a:r>
              <a:rPr lang="en-US" dirty="0"/>
              <a:t>Event Handling – Examples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13C6C-7238-FD6B-D217-6A74E06A7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024"/>
          <a:stretch/>
        </p:blipFill>
        <p:spPr>
          <a:xfrm>
            <a:off x="752801" y="971992"/>
            <a:ext cx="7094834" cy="5698027"/>
          </a:xfrm>
        </p:spPr>
      </p:pic>
    </p:spTree>
    <p:extLst>
      <p:ext uri="{BB962C8B-B14F-4D97-AF65-F5344CB8AC3E}">
        <p14:creationId xmlns:p14="http://schemas.microsoft.com/office/powerpoint/2010/main" val="1821401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BD14-4E7A-730C-6EC1-85D7BB61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Submission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98A61-0722-FF86-4444-52E3B20FB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Submission:</a:t>
            </a:r>
          </a:p>
          <a:p>
            <a:r>
              <a:rPr lang="en-US" dirty="0"/>
              <a:t> happens when user clicks “Submit” button. Normally, browser reloads the page and sends data to the server.</a:t>
            </a:r>
          </a:p>
          <a:p>
            <a:r>
              <a:rPr lang="en-US" dirty="0"/>
              <a:t>Validation :</a:t>
            </a:r>
          </a:p>
          <a:p>
            <a:r>
              <a:rPr lang="en-US" dirty="0"/>
              <a:t> checking user input before sending it to the </a:t>
            </a:r>
            <a:r>
              <a:rPr lang="en-US" dirty="0" err="1"/>
              <a:t>server.Example</a:t>
            </a:r>
            <a:r>
              <a:rPr lang="en-US" dirty="0"/>
              <a:t>: make sure username is not empty, password has minimum length, email is valid, etc.</a:t>
            </a:r>
          </a:p>
          <a:p>
            <a:r>
              <a:rPr lang="en-US" dirty="0"/>
              <a:t>Why use JS for validation?</a:t>
            </a:r>
          </a:p>
          <a:p>
            <a:r>
              <a:rPr lang="en-US" dirty="0"/>
              <a:t>Prevents wrong data</a:t>
            </a:r>
          </a:p>
          <a:p>
            <a:r>
              <a:rPr lang="en-US" dirty="0"/>
              <a:t>Gives instant feedback</a:t>
            </a:r>
          </a:p>
          <a:p>
            <a:r>
              <a:rPr lang="en-US" dirty="0"/>
              <a:t>Avoids unnecessary server requests</a:t>
            </a:r>
          </a:p>
        </p:txBody>
      </p:sp>
    </p:spTree>
    <p:extLst>
      <p:ext uri="{BB962C8B-B14F-4D97-AF65-F5344CB8AC3E}">
        <p14:creationId xmlns:p14="http://schemas.microsoft.com/office/powerpoint/2010/main" val="22351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81BE-45CD-A5BE-19BE-34165BD0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8" y="216060"/>
            <a:ext cx="12070251" cy="1320800"/>
          </a:xfrm>
        </p:spPr>
        <p:txBody>
          <a:bodyPr/>
          <a:lstStyle/>
          <a:p>
            <a:r>
              <a:rPr lang="en-US" dirty="0"/>
              <a:t>Practical: Create a login validator with form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DA753E-D9CB-B634-9032-BCB49E95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691" y="828675"/>
            <a:ext cx="4267200" cy="6029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F4BF71-498B-5EC4-04C7-2D498B594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8" y="1037019"/>
            <a:ext cx="6668594" cy="528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45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B163-9D88-32E7-4D3A-5BCFA1FA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964" y="158188"/>
            <a:ext cx="8596668" cy="1320800"/>
          </a:xfrm>
        </p:spPr>
        <p:txBody>
          <a:bodyPr/>
          <a:lstStyle/>
          <a:p>
            <a:r>
              <a:rPr lang="en-US" dirty="0" err="1"/>
              <a:t>Javascript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813CE-CDED-F845-66DA-EB213896C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94"/>
          <a:stretch/>
        </p:blipFill>
        <p:spPr>
          <a:xfrm>
            <a:off x="0" y="1197075"/>
            <a:ext cx="5955777" cy="5689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232E6-C309-E8FE-53B3-782A3A813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1197075"/>
            <a:ext cx="6172200" cy="568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25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180</Words>
  <Application>Microsoft Office PowerPoint</Application>
  <PresentationFormat>Widescreen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Trebuchet MS</vt:lpstr>
      <vt:lpstr>Wingdings 3</vt:lpstr>
      <vt:lpstr>Facet</vt:lpstr>
      <vt:lpstr>JavaScript Event Handling</vt:lpstr>
      <vt:lpstr>Events</vt:lpstr>
      <vt:lpstr>Common Events in JavaScript</vt:lpstr>
      <vt:lpstr>Event Handling – Examples</vt:lpstr>
      <vt:lpstr>Form Submission &amp; Validation</vt:lpstr>
      <vt:lpstr>Practical: Create a login validator with form validation</vt:lpstr>
      <vt:lpstr>Javascript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5</cp:revision>
  <dcterms:created xsi:type="dcterms:W3CDTF">2026-02-23T09:53:10Z</dcterms:created>
  <dcterms:modified xsi:type="dcterms:W3CDTF">2026-02-23T10:46:54Z</dcterms:modified>
</cp:coreProperties>
</file>