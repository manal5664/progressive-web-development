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978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20ADD-9E7B-4343-A0A6-7F71D596D96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66C9D-6360-4B24-9B78-14AF5A1DD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1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D66C9D-6360-4B24-9B78-14AF5A1DDB9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1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3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18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61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78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27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89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4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76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766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66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422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06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053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00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52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4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F9E214B-28FF-4956-AF97-420DF39AE1BF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11AD64E-F93E-402C-BBFC-73721F0D4F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4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5546F-0C75-04B5-2F5A-F9D17E8763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JavaScript ES6 Essentials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AD4CF-4032-C6F4-D5B6-2F6BBE784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475848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848D9-E721-256C-9A97-83F23FFFF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&amp; const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D3A15-329F-E532-2423-649447AC1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487" y="2412571"/>
            <a:ext cx="6838803" cy="2567391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0DEBF9-4A2B-AC9E-8BF1-6912E4E7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830" y="2468032"/>
            <a:ext cx="8825659" cy="3416300"/>
          </a:xfrm>
        </p:spPr>
        <p:txBody>
          <a:bodyPr/>
          <a:lstStyle/>
          <a:p>
            <a:r>
              <a:rPr lang="en-US" dirty="0"/>
              <a:t>let → can be reassigned</a:t>
            </a:r>
          </a:p>
          <a:p>
            <a:r>
              <a:rPr lang="en-US" dirty="0"/>
              <a:t>const → cannot be reassigned</a:t>
            </a:r>
          </a:p>
          <a:p>
            <a:r>
              <a:rPr lang="en-US" dirty="0"/>
              <a:t>Both are block-scoped</a:t>
            </a:r>
          </a:p>
        </p:txBody>
      </p:sp>
    </p:spTree>
    <p:extLst>
      <p:ext uri="{BB962C8B-B14F-4D97-AF65-F5344CB8AC3E}">
        <p14:creationId xmlns:p14="http://schemas.microsoft.com/office/powerpoint/2010/main" val="185675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ED67A-FCDD-AF90-13F3-47C0C6D80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Literals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BB8D2-400B-BCBC-F044-031296FA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074" y="2468032"/>
            <a:ext cx="8825659" cy="3416300"/>
          </a:xfrm>
        </p:spPr>
        <p:txBody>
          <a:bodyPr/>
          <a:lstStyle/>
          <a:p>
            <a:r>
              <a:rPr lang="en-US" dirty="0"/>
              <a:t>Use backticks `</a:t>
            </a:r>
          </a:p>
          <a:p>
            <a:r>
              <a:rPr lang="en-US" dirty="0"/>
              <a:t>Embed variables using ${variable}</a:t>
            </a:r>
          </a:p>
          <a:p>
            <a:r>
              <a:rPr lang="en-US" dirty="0"/>
              <a:t>Multi-line strings supported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50E798-17E1-54A5-EAF0-0FE368B3AE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437"/>
          <a:stretch/>
        </p:blipFill>
        <p:spPr>
          <a:xfrm>
            <a:off x="4696075" y="3429000"/>
            <a:ext cx="7636602" cy="245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5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7DE24-953D-8CBC-4A30-9CD63CA2C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Destructuring &amp; Spread Operator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0C516A-FEEF-89A1-6390-AFC7BEC95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954" y="1882140"/>
            <a:ext cx="5484997" cy="4975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63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AE4AB-5D00-357A-D4F0-973E10B99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44497-165E-6E24-85FB-B47B1CE22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190769" cy="3416300"/>
          </a:xfrm>
        </p:spPr>
        <p:txBody>
          <a:bodyPr/>
          <a:lstStyle/>
          <a:p>
            <a:r>
              <a:rPr lang="en-US" dirty="0"/>
              <a:t>map → transform array</a:t>
            </a:r>
          </a:p>
          <a:p>
            <a:r>
              <a:rPr lang="en-US" dirty="0"/>
              <a:t>filter → select elements</a:t>
            </a:r>
          </a:p>
          <a:p>
            <a:pPr>
              <a:lnSpc>
                <a:spcPct val="200000"/>
              </a:lnSpc>
            </a:pPr>
            <a:r>
              <a:rPr lang="en-US" dirty="0" err="1"/>
              <a:t>forEach</a:t>
            </a:r>
            <a:r>
              <a:rPr lang="en-US" dirty="0"/>
              <a:t> → iterate without returning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7D34E-C8F1-ECB6-525E-7F3FE13AA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682" y="1539955"/>
            <a:ext cx="5045116" cy="508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57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AD1A-7D04-2902-66B1-4B1258E3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747508" cy="706964"/>
          </a:xfrm>
        </p:spPr>
        <p:txBody>
          <a:bodyPr/>
          <a:lstStyle/>
          <a:p>
            <a:r>
              <a:rPr lang="en-US" dirty="0"/>
              <a:t>Practical – Student Grading Calculator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88E7BC-F438-02FC-85A0-8F03D06EF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345" y="1807241"/>
            <a:ext cx="8537686" cy="503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49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AD1A-7D04-2902-66B1-4B1258E3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97" y="643900"/>
            <a:ext cx="9747508" cy="706964"/>
          </a:xfrm>
        </p:spPr>
        <p:txBody>
          <a:bodyPr/>
          <a:lstStyle/>
          <a:p>
            <a:r>
              <a:rPr lang="en-US" dirty="0"/>
              <a:t>Practical – Student Grading Calculator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F51B2-892E-B4DA-0279-B4DC198D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505"/>
          <a:stretch/>
        </p:blipFill>
        <p:spPr>
          <a:xfrm>
            <a:off x="1028343" y="1626241"/>
            <a:ext cx="8411079" cy="50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926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AD1A-7D04-2902-66B1-4B1258E3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97" y="643900"/>
            <a:ext cx="9747508" cy="706964"/>
          </a:xfrm>
        </p:spPr>
        <p:txBody>
          <a:bodyPr/>
          <a:lstStyle/>
          <a:p>
            <a:r>
              <a:rPr lang="en-US" dirty="0"/>
              <a:t>Practical – Student Grading Calculator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E7F28A-FD6F-9728-80F5-AA5FE2B62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97" y="2444481"/>
            <a:ext cx="10520235" cy="319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462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</TotalTime>
  <Words>73</Words>
  <Application>Microsoft Office PowerPoint</Application>
  <PresentationFormat>Widescreen</PresentationFormat>
  <Paragraphs>19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 3</vt:lpstr>
      <vt:lpstr>Ion Boardroom</vt:lpstr>
      <vt:lpstr>JavaScript ES6 Essentials </vt:lpstr>
      <vt:lpstr>let &amp; const</vt:lpstr>
      <vt:lpstr>Template Literals</vt:lpstr>
      <vt:lpstr>Destructuring &amp; Spread Operator</vt:lpstr>
      <vt:lpstr>Array Method</vt:lpstr>
      <vt:lpstr>Practical – Student Grading Calculator</vt:lpstr>
      <vt:lpstr>Practical – Student Grading Calculator</vt:lpstr>
      <vt:lpstr>Practical – Student Grading Calculator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5</cp:revision>
  <dcterms:created xsi:type="dcterms:W3CDTF">2026-02-23T10:47:09Z</dcterms:created>
  <dcterms:modified xsi:type="dcterms:W3CDTF">2026-02-23T11:16:12Z</dcterms:modified>
</cp:coreProperties>
</file>