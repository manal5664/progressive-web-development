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58" r:id="rId6"/>
    <p:sldId id="268" r:id="rId7"/>
    <p:sldId id="269" r:id="rId8"/>
    <p:sldId id="270" r:id="rId9"/>
    <p:sldId id="259" r:id="rId10"/>
    <p:sldId id="271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53" autoAdjust="0"/>
    <p:restoredTop sz="94660"/>
  </p:normalViewPr>
  <p:slideViewPr>
    <p:cSldViewPr snapToGrid="0">
      <p:cViewPr>
        <p:scale>
          <a:sx n="69" d="100"/>
          <a:sy n="69" d="100"/>
        </p:scale>
        <p:origin x="-30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84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69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88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3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7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649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45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91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97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92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02855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549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763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940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02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024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70CB21E-2349-4630-A2D6-D99CD2C4C633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9A362-917C-4512-A7ED-1685ADDB90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0361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10544-2173-AE46-BCF7-C8369FACD8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JSON, Classes &amp; Modern JS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F4EFC-313C-E745-B782-7AF173D8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2455081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1DF3F-5B7E-171B-C8C5-54C699667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JSON Structure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458E89E-6B14-E71A-8CB8-E4B06C18CC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6428" y="1269454"/>
            <a:ext cx="6588150" cy="4992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 = JavaScript Object Notation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data format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store &amp; transfer data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Key-value pairs like JS objects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Points: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Strings for keys "name“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Values can be string, number, array, object, Boolean, or null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is text-based → easy to transfer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F47B1F-DDC6-3A83-EA6D-1C25CFAB3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528" y="2352160"/>
            <a:ext cx="5209522" cy="193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365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546A-CFA5-1538-3339-3BE9054A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Parsing?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906E-62E1-F91D-2E54-0DA0206AA4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Parsing means converting data from one format into another format so JavaScript can understand and use it.</a:t>
            </a:r>
            <a:endParaRPr lang="en-US" dirty="0"/>
          </a:p>
          <a:p>
            <a:r>
              <a:rPr lang="en-US" dirty="0"/>
              <a:t>In our case:</a:t>
            </a:r>
          </a:p>
          <a:p>
            <a:r>
              <a:rPr lang="en-US" dirty="0"/>
              <a:t>JSON (text format) ➜ JavaScript Object</a:t>
            </a:r>
          </a:p>
          <a:p>
            <a:r>
              <a:rPr lang="en-US" dirty="0"/>
              <a:t>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JSON is </a:t>
            </a:r>
            <a:r>
              <a:rPr lang="en-US" b="1" dirty="0"/>
              <a:t>text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JavaScript works with </a:t>
            </a:r>
            <a:r>
              <a:rPr lang="en-US" b="1" dirty="0"/>
              <a:t>objects</a:t>
            </a:r>
            <a:endParaRPr lang="en-US" dirty="0"/>
          </a:p>
          <a:p>
            <a:r>
              <a:rPr lang="en-US" dirty="0"/>
              <a:t>So we must convert it.</a:t>
            </a:r>
          </a:p>
          <a:p>
            <a:r>
              <a:rPr lang="en-US" dirty="0"/>
              <a:t>That conversion = </a:t>
            </a:r>
            <a:r>
              <a:rPr lang="en-US" b="1" dirty="0"/>
              <a:t>Parsing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00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2A320-04C7-8366-99E0-EFE311268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Parsing is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3849D-A369-1289-2955-3A53032F8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201" y="1457172"/>
            <a:ext cx="8946541" cy="49481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When data comes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JSON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</a:t>
            </a:r>
          </a:p>
          <a:p>
            <a:r>
              <a:rPr lang="en-US" dirty="0"/>
              <a:t>It comes as </a:t>
            </a:r>
            <a:r>
              <a:rPr lang="en-US" b="1" dirty="0"/>
              <a:t>string (text)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'{"name":"Ali","age":22}’</a:t>
            </a:r>
          </a:p>
          <a:p>
            <a:r>
              <a:rPr lang="en-US" dirty="0"/>
              <a:t>This is just a string.</a:t>
            </a:r>
          </a:p>
          <a:p>
            <a:r>
              <a:rPr lang="en-US" dirty="0"/>
              <a:t>You cannot do:</a:t>
            </a:r>
          </a:p>
          <a:p>
            <a:r>
              <a:rPr lang="en-US" dirty="0"/>
              <a:t>data.name</a:t>
            </a:r>
          </a:p>
          <a:p>
            <a:r>
              <a:rPr lang="en-US" dirty="0"/>
              <a:t>It will give error So we parse it first</a:t>
            </a:r>
          </a:p>
        </p:txBody>
      </p:sp>
    </p:spTree>
    <p:extLst>
      <p:ext uri="{BB962C8B-B14F-4D97-AF65-F5344CB8AC3E}">
        <p14:creationId xmlns:p14="http://schemas.microsoft.com/office/powerpoint/2010/main" val="1953716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F4520-6568-110B-6D8B-1B4C7498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Parsing JSON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33A29-C64F-10A6-9841-F962D0EF5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3613067" cy="4195481"/>
          </a:xfrm>
        </p:spPr>
        <p:txBody>
          <a:bodyPr/>
          <a:lstStyle/>
          <a:p>
            <a:r>
              <a:rPr lang="en-US" dirty="0"/>
              <a:t>Key Points:</a:t>
            </a:r>
          </a:p>
          <a:p>
            <a:r>
              <a:rPr lang="en-US" dirty="0" err="1"/>
              <a:t>JSON.parse</a:t>
            </a:r>
            <a:r>
              <a:rPr lang="en-US" dirty="0"/>
              <a:t>() → string to object</a:t>
            </a:r>
          </a:p>
          <a:p>
            <a:r>
              <a:rPr lang="en-US" dirty="0" err="1"/>
              <a:t>JSON.stringify</a:t>
            </a:r>
            <a:r>
              <a:rPr lang="en-US" dirty="0"/>
              <a:t>() → object to string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0B8480-1589-6BDD-400D-6DF570BC6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267" y="1716133"/>
            <a:ext cx="6866117" cy="385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46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ECAA-6039-FB2D-EAE9-21ADEFF2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Class?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029B8-15F9-F503-29E9-8D4195742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84881"/>
            <a:ext cx="8946541" cy="4195481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class</a:t>
            </a:r>
            <a:r>
              <a:rPr lang="en-US" dirty="0"/>
              <a:t> is a blueprint (design) for creating objects.</a:t>
            </a:r>
          </a:p>
          <a:p>
            <a:r>
              <a:rPr lang="en-US" dirty="0"/>
              <a:t>Think like this: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= Design of a house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Object = Actual house built from that design</a:t>
            </a:r>
          </a:p>
          <a:p>
            <a:r>
              <a:rPr lang="en-US" dirty="0"/>
              <a:t>You don’t manually rewrite structure every time.</a:t>
            </a:r>
            <a:br>
              <a:rPr lang="en-US" dirty="0"/>
            </a:br>
            <a:r>
              <a:rPr lang="en-US" dirty="0"/>
              <a:t>You define it once → create multiple objects from it.</a:t>
            </a:r>
          </a:p>
          <a:p>
            <a:r>
              <a:rPr lang="en-US" dirty="0"/>
              <a:t>Basic syntax of class.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E5105-90D7-F921-2BAA-9A62BBD73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788" y="3972125"/>
            <a:ext cx="4799301" cy="280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123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46C03-89AF-C826-0A9B-885F8F594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Constructor?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6FF8133-E0B1-6CAF-71F8-D626ABCDDC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06330" y="1521252"/>
            <a:ext cx="5025735" cy="4095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Constructor is: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special method inside a class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Automatically runs when object is created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initialize properties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rule:</a:t>
            </a: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Constructor name must always be:</a:t>
            </a: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AAFE5F-C814-602E-CF6F-CEFDF7B0E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3439" y="3254597"/>
            <a:ext cx="4736504" cy="167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39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0B12-21CF-66EC-2D20-9FDBAF1A2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Keyword?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7C294-4FA4-8C76-B21E-0987AB4E8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Refers to current object.</a:t>
            </a:r>
          </a:p>
          <a:p>
            <a:r>
              <a:rPr lang="en-US" dirty="0"/>
              <a:t>Used to assign values to object properties.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this.name = name;</a:t>
            </a:r>
          </a:p>
          <a:p>
            <a:r>
              <a:rPr lang="en-US" dirty="0"/>
              <a:t>Without this, properties will not attach to object.</a:t>
            </a:r>
          </a:p>
        </p:txBody>
      </p:sp>
    </p:spTree>
    <p:extLst>
      <p:ext uri="{BB962C8B-B14F-4D97-AF65-F5344CB8AC3E}">
        <p14:creationId xmlns:p14="http://schemas.microsoft.com/office/powerpoint/2010/main" val="111703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C671-08CF-E202-CF9D-8B4FF688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Classes &amp;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4DE99-E3DD-65A3-7D30-98FD96B56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2" y="1607750"/>
            <a:ext cx="4730918" cy="4195481"/>
          </a:xfrm>
        </p:spPr>
        <p:txBody>
          <a:bodyPr/>
          <a:lstStyle/>
          <a:p>
            <a:r>
              <a:rPr lang="en-US" dirty="0"/>
              <a:t>Class = blueprint for objects</a:t>
            </a:r>
          </a:p>
          <a:p>
            <a:r>
              <a:rPr lang="en-US" dirty="0"/>
              <a:t>Constructor = special method to initialize object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D44D6E-A99E-A673-24EF-76D758A71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0145" y="1323946"/>
            <a:ext cx="5848115" cy="4763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ABDE2-073B-FE95-EED4-D4C6E941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A7E819-C08F-6B35-CF49-319B21F412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0019" y="1341329"/>
            <a:ext cx="5761325" cy="4175342"/>
          </a:xfrm>
        </p:spPr>
      </p:pic>
    </p:spTree>
    <p:extLst>
      <p:ext uri="{BB962C8B-B14F-4D97-AF65-F5344CB8AC3E}">
        <p14:creationId xmlns:p14="http://schemas.microsoft.com/office/powerpoint/2010/main" val="27765507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5A24F-A83B-511C-6FB6-30DE9DFE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Promises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13C26-49A6-4BB2-4D93-349374F5F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Promises = way to handle </a:t>
            </a:r>
            <a:r>
              <a:rPr lang="en-US" b="1" dirty="0"/>
              <a:t>asynchronous operations</a:t>
            </a:r>
          </a:p>
          <a:p>
            <a:r>
              <a:rPr lang="en-US" dirty="0"/>
              <a:t>Key Points:</a:t>
            </a:r>
          </a:p>
          <a:p>
            <a:r>
              <a:rPr lang="en-US" dirty="0"/>
              <a:t>resolve() → success</a:t>
            </a:r>
          </a:p>
          <a:p>
            <a:r>
              <a:rPr lang="en-US" dirty="0"/>
              <a:t>reject() → failure</a:t>
            </a:r>
          </a:p>
          <a:p>
            <a:r>
              <a:rPr lang="en-US" dirty="0"/>
              <a:t>then() → handle success</a:t>
            </a:r>
          </a:p>
          <a:p>
            <a:r>
              <a:rPr lang="en-US" dirty="0"/>
              <a:t>catch() → handle failure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8EB151-75D0-2DCF-E585-EC6F4E5E2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377" y="2545784"/>
            <a:ext cx="6086311" cy="306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954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474C-D3BF-455C-8230-42214981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Async/Await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31C4C-C09B-1A9E-8B39-7448EDA92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241" y="1853248"/>
            <a:ext cx="5552131" cy="4195481"/>
          </a:xfrm>
        </p:spPr>
        <p:txBody>
          <a:bodyPr/>
          <a:lstStyle/>
          <a:p>
            <a:r>
              <a:rPr lang="en-US" dirty="0"/>
              <a:t>async → function returns promise</a:t>
            </a:r>
          </a:p>
          <a:p>
            <a:r>
              <a:rPr lang="en-US" dirty="0"/>
              <a:t>await → waits for promise to resolve</a:t>
            </a:r>
          </a:p>
          <a:p>
            <a:r>
              <a:rPr lang="en-US" dirty="0"/>
              <a:t>Makes async code look synchronous &amp; readable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2659CD-99BE-61FA-4717-2EC44D253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333" y="1917206"/>
            <a:ext cx="5873204" cy="3731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880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BC40-6CCB-967E-1F4C-0582E6CBC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916998" cy="1400530"/>
          </a:xfrm>
        </p:spPr>
        <p:txBody>
          <a:bodyPr/>
          <a:lstStyle/>
          <a:p>
            <a:r>
              <a:rPr lang="en-US" dirty="0"/>
              <a:t>Practical: Student Grades 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4E507D-748D-2335-9C50-0A8AB0D58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692" y="1686012"/>
            <a:ext cx="6766596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 student data from a JSON file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dynamically in a table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grades (A, B, C, Fail)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Color-code Pass/Fail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async/await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template literals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 methods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822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14741-D7E5-DF68-E3DF-095F52325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3D8DC-6CF3-131C-77A9-455C5B5BB6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6F7FB-38DE-6F1E-381D-039EAC3D8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164"/>
            <a:ext cx="6974259" cy="6086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5E9393-DCAB-79C5-D48C-8295898E6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4259" y="162162"/>
            <a:ext cx="5212410" cy="608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18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69838-6372-4300-8E7E-84869674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734E9-209E-E842-26E7-5DB9EBBAA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935BA-9945-68F0-67FF-88E6BDF92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72" y="0"/>
            <a:ext cx="10793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11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48092-97D2-BF73-A5B5-920B40344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work?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47D37D-3388-6FDF-630A-63620904A3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5910" y="858892"/>
            <a:ext cx="7334632" cy="554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fetch("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students.json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connects HTML page to JSON file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response.json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converts JSON text into JavaScript object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forEach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loops through JSON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innerHTML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→ displays data inside HTML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That’s it. That’s the connection.</a:t>
            </a:r>
          </a:p>
        </p:txBody>
      </p:sp>
    </p:spTree>
    <p:extLst>
      <p:ext uri="{BB962C8B-B14F-4D97-AF65-F5344CB8AC3E}">
        <p14:creationId xmlns:p14="http://schemas.microsoft.com/office/powerpoint/2010/main" val="14386827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49</TotalTime>
  <Words>489</Words>
  <Application>Microsoft Office PowerPoint</Application>
  <PresentationFormat>Widescreen</PresentationFormat>
  <Paragraphs>85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Unicode MS</vt:lpstr>
      <vt:lpstr>Century Gothic</vt:lpstr>
      <vt:lpstr>Wingdings 3</vt:lpstr>
      <vt:lpstr>Ion</vt:lpstr>
      <vt:lpstr>JSON, Classes &amp; Modern JS </vt:lpstr>
      <vt:lpstr>JSON Structure</vt:lpstr>
      <vt:lpstr>What is Parsing?</vt:lpstr>
      <vt:lpstr>Why Parsing is Needed?</vt:lpstr>
      <vt:lpstr>Parsing JSON in JavaScript</vt:lpstr>
      <vt:lpstr>What is a Class?</vt:lpstr>
      <vt:lpstr>What is a Constructor?</vt:lpstr>
      <vt:lpstr>What is this Keyword?</vt:lpstr>
      <vt:lpstr>JavaScript Classes &amp; Constructors</vt:lpstr>
      <vt:lpstr>Practice </vt:lpstr>
      <vt:lpstr>Promises </vt:lpstr>
      <vt:lpstr>Async/Await</vt:lpstr>
      <vt:lpstr>Practical: Student Grades Dashboard</vt:lpstr>
      <vt:lpstr>PowerPoint Presentation</vt:lpstr>
      <vt:lpstr>PowerPoint Presentation</vt:lpstr>
      <vt:lpstr>How it work?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9</cp:revision>
  <dcterms:created xsi:type="dcterms:W3CDTF">2026-02-23T11:16:28Z</dcterms:created>
  <dcterms:modified xsi:type="dcterms:W3CDTF">2026-02-23T12:06:00Z</dcterms:modified>
</cp:coreProperties>
</file>