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00" autoAdjust="0"/>
    <p:restoredTop sz="88344" autoAdjust="0"/>
  </p:normalViewPr>
  <p:slideViewPr>
    <p:cSldViewPr snapToGrid="0">
      <p:cViewPr>
        <p:scale>
          <a:sx n="98" d="100"/>
          <a:sy n="98" d="100"/>
        </p:scale>
        <p:origin x="-510" y="-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1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6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6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6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4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5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6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75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1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7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49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68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03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55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2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52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3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549330B-7092-46BE-B52C-CB5D0ECEEF7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035D07F9-76E8-41A8-9703-EA8B8792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3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792D7-D980-0D2D-A32D-D2FE8EA5D5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Canvas in HTML5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47F4A-C123-E90E-033F-D4C94AC56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270146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93D1-6BF8-8C02-CB9E-68C716BC4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Canvas in HTML5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C314-8A11-CC14-2770-8E5829DB3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472872"/>
            <a:ext cx="9151639" cy="4254500"/>
          </a:xfrm>
        </p:spPr>
        <p:txBody>
          <a:bodyPr>
            <a:normAutofit/>
          </a:bodyPr>
          <a:lstStyle/>
          <a:p>
            <a:r>
              <a:rPr lang="en-US" dirty="0"/>
              <a:t>Canvas is an HTML5 element used to draw graphics on a web page using JavaScript.</a:t>
            </a:r>
          </a:p>
          <a:p>
            <a:r>
              <a:rPr lang="en-US" dirty="0"/>
              <a:t>It allows developers to create: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2D graphics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Animations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Interactive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visualizations</a:t>
            </a:r>
          </a:p>
          <a:p>
            <a:r>
              <a:rPr lang="en-US" dirty="0"/>
              <a:t>Canvas provides a drawable region defined in HTML and controlled using JavaScript.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43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A32A-76BC-B097-4D68-1CD373AB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Canvas?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1B4D6D-86A2-6090-90A5-F8004BD84C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1446" y="2115899"/>
            <a:ext cx="12002004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&lt;canvas&gt;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element is a rectangular area on a webpage where we can draw graphics dynamically.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&lt;canvas id="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myCanvas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width="500" height="300"&gt;&lt;/canvas&gt;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Important Points: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Width and height must be defined.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default, canvas is blank.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Canvas does NOT draw anything by itself.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required to draw on canvas.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87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5AF2-1326-DE14-CA71-2257311E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Canvas?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E1E7B-CED4-9B76-D85A-72E0E130B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9870096" cy="4045494"/>
          </a:xfrm>
        </p:spPr>
        <p:txBody>
          <a:bodyPr>
            <a:normAutofit/>
          </a:bodyPr>
          <a:lstStyle/>
          <a:p>
            <a:r>
              <a:rPr lang="en-US" dirty="0"/>
              <a:t>Canvas is used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elements cannot create complex graphics easily.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allows dynamic drawing.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Game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Chart and graph visualization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Image manipulation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Drawing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Animations</a:t>
            </a:r>
          </a:p>
          <a:p>
            <a:r>
              <a:rPr lang="en-US" dirty="0"/>
              <a:t>Canvas gives pixel-level control over graphics.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45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A254-47C0-5835-2F22-9F7CB359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E2E82-6324-0B25-CCDD-785C586F7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draw on canvas, we must get its context.</a:t>
            </a:r>
          </a:p>
          <a:p>
            <a:r>
              <a:rPr lang="en-US" dirty="0"/>
              <a:t>Explanation:</a:t>
            </a:r>
          </a:p>
          <a:p>
            <a:r>
              <a:rPr lang="en-US" dirty="0" err="1"/>
              <a:t>getContext</a:t>
            </a:r>
            <a:r>
              <a:rPr lang="en-US" dirty="0"/>
              <a:t>("2d") gives drawing tools.</a:t>
            </a:r>
          </a:p>
          <a:p>
            <a:r>
              <a:rPr lang="en-US" dirty="0" err="1"/>
              <a:t>ctx</a:t>
            </a:r>
            <a:r>
              <a:rPr lang="en-US" dirty="0"/>
              <a:t> is used to draw shapes, text, images.</a:t>
            </a:r>
          </a:p>
          <a:p>
            <a:r>
              <a:rPr lang="en-US" dirty="0"/>
              <a:t>Without context, drawing is not possible.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B70A5-FDB2-6078-CFD2-0BDA23F969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89"/>
          <a:stretch/>
        </p:blipFill>
        <p:spPr>
          <a:xfrm>
            <a:off x="1659803" y="4571115"/>
            <a:ext cx="8414203" cy="167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1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6E06E-46FE-993D-C2FF-9EF757C1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 Element &amp;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A6FB8-D60E-D6ED-9470-1797662CC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3251675" cy="3416300"/>
          </a:xfrm>
        </p:spPr>
        <p:txBody>
          <a:bodyPr/>
          <a:lstStyle/>
          <a:p>
            <a:r>
              <a:rPr lang="en-US" dirty="0"/>
              <a:t>canvas → HTML element</a:t>
            </a:r>
          </a:p>
          <a:p>
            <a:r>
              <a:rPr lang="en-US" dirty="0" err="1"/>
              <a:t>getContext</a:t>
            </a:r>
            <a:r>
              <a:rPr lang="en-US" dirty="0"/>
              <a:t>("2d") → gives drawing tools</a:t>
            </a:r>
          </a:p>
          <a:p>
            <a:r>
              <a:rPr lang="en-US" dirty="0" err="1"/>
              <a:t>ctx</a:t>
            </a:r>
            <a:r>
              <a:rPr lang="en-US" dirty="0"/>
              <a:t> → used to draw</a:t>
            </a:r>
          </a:p>
          <a:p>
            <a:r>
              <a:rPr lang="en-US" dirty="0"/>
              <a:t>Without context, nothing can be drawn.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2C297-69DE-31EA-5F57-973757B96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076" y="2313055"/>
            <a:ext cx="5813547" cy="329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84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B446-4ED0-5329-E1E0-FCA409BC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Drawing Shapes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4DF6A-C240-DC84-6E61-F2D4E14C0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294" y="2858731"/>
            <a:ext cx="8761412" cy="3416300"/>
          </a:xfrm>
        </p:spPr>
        <p:txBody>
          <a:bodyPr/>
          <a:lstStyle/>
          <a:p>
            <a:r>
              <a:rPr lang="en-US" dirty="0"/>
              <a:t>Methods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fillRect</a:t>
            </a:r>
            <a:r>
              <a:rPr lang="en-US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arc()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moveTo</a:t>
            </a:r>
            <a:r>
              <a:rPr lang="en-US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lineTo</a:t>
            </a:r>
            <a:r>
              <a:rPr lang="en-US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stroke()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5F1E4-47F5-E203-38A6-DD514816A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578" y="2518955"/>
            <a:ext cx="3699753" cy="409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0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993FC-F66D-3968-5990-63D231044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04D76-E0DA-7164-46DF-771E64AE4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942" y="3518170"/>
            <a:ext cx="4764699" cy="180285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ED2B9F4-C06B-2F07-87BE-24E0133373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196119"/>
            <a:ext cx="4265911" cy="2231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Canvas can also display text.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Methods: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fillText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→ filled text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strokeText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→ outlined text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Font and color can be customized.</a:t>
            </a:r>
          </a:p>
        </p:txBody>
      </p:sp>
    </p:spTree>
    <p:extLst>
      <p:ext uri="{BB962C8B-B14F-4D97-AF65-F5344CB8AC3E}">
        <p14:creationId xmlns:p14="http://schemas.microsoft.com/office/powerpoint/2010/main" val="78605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8BA8-04AC-019F-46FA-093C344D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FE93B-3ADE-3865-6072-55ADC5E09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17" y="2399220"/>
            <a:ext cx="8761412" cy="3416300"/>
          </a:xfrm>
        </p:spPr>
        <p:txBody>
          <a:bodyPr/>
          <a:lstStyle/>
          <a:p>
            <a:r>
              <a:rPr lang="en-US" dirty="0"/>
              <a:t>Steps to draw image:</a:t>
            </a:r>
          </a:p>
          <a:p>
            <a:r>
              <a:rPr lang="en-US" dirty="0"/>
              <a:t>Create image object</a:t>
            </a:r>
          </a:p>
          <a:p>
            <a:r>
              <a:rPr lang="en-US" dirty="0"/>
              <a:t>Set image source</a:t>
            </a:r>
          </a:p>
          <a:p>
            <a:r>
              <a:rPr lang="en-US" dirty="0"/>
              <a:t>Wait for image to load</a:t>
            </a:r>
          </a:p>
          <a:p>
            <a:r>
              <a:rPr lang="en-US" dirty="0"/>
              <a:t>Draw image on canvas</a:t>
            </a:r>
          </a:p>
          <a:p>
            <a:r>
              <a:rPr lang="en-US" dirty="0"/>
              <a:t>Method Used:</a:t>
            </a:r>
          </a:p>
          <a:p>
            <a:r>
              <a:rPr lang="en-US" dirty="0" err="1"/>
              <a:t>drawImage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C45E4-788A-BA64-C3C4-D4FE3491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749" y="2539325"/>
            <a:ext cx="5513458" cy="255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59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94C-275D-6579-B83D-A84BFF5B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– Simple Drawing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19B5-7B6F-7E57-5165-C0DD85814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723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</TotalTime>
  <Words>323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Century Gothic</vt:lpstr>
      <vt:lpstr>Wingdings 3</vt:lpstr>
      <vt:lpstr>Ion Boardroom</vt:lpstr>
      <vt:lpstr>Canvas in HTML5 </vt:lpstr>
      <vt:lpstr>Introduction to Canvas in HTML5</vt:lpstr>
      <vt:lpstr>What is Canvas?</vt:lpstr>
      <vt:lpstr>Why Do We Use Canvas?</vt:lpstr>
      <vt:lpstr>Canvas Context</vt:lpstr>
      <vt:lpstr>Canvas Element &amp; Context</vt:lpstr>
      <vt:lpstr>Practical: Drawing Shapes </vt:lpstr>
      <vt:lpstr>Drawing text</vt:lpstr>
      <vt:lpstr>Drawing Images</vt:lpstr>
      <vt:lpstr>Practical – Simple Drawing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6</cp:revision>
  <dcterms:created xsi:type="dcterms:W3CDTF">2026-02-23T12:08:11Z</dcterms:created>
  <dcterms:modified xsi:type="dcterms:W3CDTF">2026-02-23T12:25:14Z</dcterms:modified>
</cp:coreProperties>
</file>