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30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0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2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6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10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3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8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3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6356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17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7029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61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0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8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8414E-FED0-4BA2-94DB-C6081D0071E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E76118-244A-4D64-91A0-5AECFE17D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92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2C89-D6F0-E76F-0DB1-FC8A734E8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657" y="2288697"/>
            <a:ext cx="10271276" cy="1646302"/>
          </a:xfrm>
        </p:spPr>
        <p:txBody>
          <a:bodyPr/>
          <a:lstStyle/>
          <a:p>
            <a:r>
              <a:rPr lang="en-US" dirty="0"/>
              <a:t>Geolocation, Drag &amp; Drop, and Offline Web </a:t>
            </a:r>
            <a:r>
              <a:rPr lang="en-US" dirty="0" err="1"/>
              <a:t>Technologie</a:t>
            </a:r>
            <a:r>
              <a:rPr lang="en-US" dirty="0"/>
              <a:t>(HTML5)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89ED5-D8D2-A67E-3143-6196946CD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427597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6E58-DA9C-5C05-B5DF-B9C1FEAB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Modern HTML5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EA4A-ACC2-2D34-60B5-FC676BCF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HTML5 introduced powerful browser APIs: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Location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Offline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Drag &amp; Drop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App-like experiences</a:t>
            </a:r>
          </a:p>
          <a:p>
            <a:r>
              <a:rPr lang="en-US" dirty="0"/>
              <a:t>These APIs allow web apps to behave like native apps.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8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2680-0AEE-7E34-6DF1-B3E8653E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HTML5 Geolocation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BA68-0847-580A-195F-5421E9F5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883295" cy="4305525"/>
          </a:xfrm>
        </p:spPr>
        <p:txBody>
          <a:bodyPr/>
          <a:lstStyle/>
          <a:p>
            <a:r>
              <a:rPr lang="en-US" b="1" dirty="0"/>
              <a:t>What is Geolocation?</a:t>
            </a:r>
          </a:p>
          <a:p>
            <a:r>
              <a:rPr lang="en-US" dirty="0"/>
              <a:t>Geolocation API allows websites to access: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User's Latitude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User's Longitude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Altitude (if available)</a:t>
            </a:r>
          </a:p>
          <a:p>
            <a:r>
              <a:rPr lang="en-US" dirty="0"/>
              <a:t>It works only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permission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HTTPS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6629-8984-7DCB-41C6-3D9CCD2C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&amp; Permission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0A881-01BE-2A59-6219-C78BEA51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Rules: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must allow location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only on secure sites (HTTPS)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shows permission popup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blocked by user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→ Privacy protection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407DF-375E-6BAB-40CD-9725DFBC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565" y="2796946"/>
            <a:ext cx="7094323" cy="213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FEA0-3212-5779-94E8-896A2801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Geolocation Methods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403F-E9A0-1614-32EA-1D52D3FCE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Geolocation Methods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getCurrentPosition</a:t>
            </a:r>
            <a:r>
              <a:rPr lang="en-US" b="1" dirty="0"/>
              <a:t>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Gets location once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watchPosition</a:t>
            </a:r>
            <a:r>
              <a:rPr lang="en-US" b="1" dirty="0"/>
              <a:t>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Tracks location continuously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clearWatch</a:t>
            </a:r>
            <a:r>
              <a:rPr lang="en-US" b="1" dirty="0"/>
              <a:t>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Stops tracking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4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B904-1A2D-6928-0DFA-ED8A0564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729409" cy="1320800"/>
          </a:xfrm>
        </p:spPr>
        <p:txBody>
          <a:bodyPr/>
          <a:lstStyle/>
          <a:p>
            <a:r>
              <a:rPr lang="en-US" dirty="0"/>
              <a:t>Google Maps API Integration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F594-9B4B-99C7-E2C2-1E37A64E5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Google Maps API?</a:t>
            </a:r>
          </a:p>
          <a:p>
            <a:r>
              <a:rPr lang="en-US" dirty="0"/>
              <a:t>A JavaScript API provided by</a:t>
            </a:r>
            <a:br>
              <a:rPr lang="en-US" dirty="0"/>
            </a:br>
            <a:r>
              <a:rPr lang="en-US" dirty="0"/>
              <a:t>Google</a:t>
            </a:r>
          </a:p>
          <a:p>
            <a:r>
              <a:rPr lang="en-US" dirty="0"/>
              <a:t>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interactive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markers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Draw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user location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8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D407-79AA-0321-7F46-425A2DB8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Use Google Maps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6CC0-23AE-F0C9-CE62-4072F844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250437" cy="388077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Create account on Google Cloud</a:t>
            </a:r>
          </a:p>
          <a:p>
            <a:pPr>
              <a:buFont typeface="+mj-lt"/>
              <a:buAutoNum type="arabicPeriod"/>
            </a:pPr>
            <a:r>
              <a:rPr lang="en-US" dirty="0"/>
              <a:t>Generate API Key</a:t>
            </a:r>
          </a:p>
          <a:p>
            <a:pPr>
              <a:buFont typeface="+mj-lt"/>
              <a:buAutoNum type="arabicPeriod"/>
            </a:pPr>
            <a:r>
              <a:rPr lang="en-US" dirty="0"/>
              <a:t>Enable Maps JavaScript API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script in HTML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="https://maps.googleapis.com/maps/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js?key</a:t>
            </a:r>
            <a:r>
              <a:rPr lang="en-US" dirty="0"/>
              <a:t>=YOUR_API_KEY"&gt;&lt;/scrip&gt;</a:t>
            </a:r>
          </a:p>
        </p:txBody>
      </p:sp>
    </p:spTree>
    <p:extLst>
      <p:ext uri="{BB962C8B-B14F-4D97-AF65-F5344CB8AC3E}">
        <p14:creationId xmlns:p14="http://schemas.microsoft.com/office/powerpoint/2010/main" val="217347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0B80-46CE-BCAA-F261-023DB55B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User Location 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4762-9A80-06EE-E9E3-5CB4079A2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Example Logic:</a:t>
            </a:r>
          </a:p>
          <a:p>
            <a:pPr>
              <a:buFont typeface="+mj-lt"/>
              <a:buAutoNum type="arabicPeriod"/>
            </a:pPr>
            <a:r>
              <a:rPr lang="en-US" dirty="0"/>
              <a:t>Get user location using Geolocation API</a:t>
            </a:r>
          </a:p>
          <a:p>
            <a:pPr>
              <a:buFont typeface="+mj-lt"/>
              <a:buAutoNum type="arabicPeriod"/>
            </a:pPr>
            <a:r>
              <a:rPr lang="en-US" dirty="0"/>
              <a:t>Pass coordinates to Google Maps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marker at user location</a:t>
            </a:r>
          </a:p>
          <a:p>
            <a:r>
              <a:rPr lang="en-US" dirty="0"/>
              <a:t>This creates: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Location-based apps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tracking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Ride sharing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6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0C6B-CCBB-7D0F-8D36-19DB1744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and Drop API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8A13-E3B7-0355-54C9-D9BB2223F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400"/>
            <a:ext cx="8596668" cy="4920343"/>
          </a:xfrm>
        </p:spPr>
        <p:txBody>
          <a:bodyPr/>
          <a:lstStyle/>
          <a:p>
            <a:r>
              <a:rPr lang="en-US" dirty="0"/>
              <a:t>HTML5 Drag &amp; Drop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Drag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 into specific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Transfer data between elements</a:t>
            </a:r>
          </a:p>
          <a:p>
            <a:r>
              <a:rPr lang="en-US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 upload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Kanban 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rearranging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2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8A80-D1E6-768B-C247-4E39BEDD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48" y="478971"/>
            <a:ext cx="8596668" cy="1320800"/>
          </a:xfrm>
        </p:spPr>
        <p:txBody>
          <a:bodyPr/>
          <a:lstStyle/>
          <a:p>
            <a:r>
              <a:rPr lang="en-US" dirty="0"/>
              <a:t>Drag and Drop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CBF3-6907-EC6C-4EF3-1CC40359E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7" y="1609465"/>
            <a:ext cx="3505200" cy="4203506"/>
          </a:xfrm>
        </p:spPr>
        <p:txBody>
          <a:bodyPr/>
          <a:lstStyle/>
          <a:p>
            <a:r>
              <a:rPr lang="en-US" dirty="0"/>
              <a:t>Important Events: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dragstart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dragenter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dragover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dragend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23EBE-A43D-39B4-E5AD-F367A848A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494" y="915044"/>
            <a:ext cx="5728305" cy="57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5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1FB8-22FB-CA7A-5F20-9F2E732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&amp; Drop File Upload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611BA-249D-2FC2-89B9-5DAD48974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HTML5 allows users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Drag files from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 into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 files using File API</a:t>
            </a:r>
          </a:p>
          <a:p>
            <a:r>
              <a:rPr lang="en-US" dirty="0"/>
              <a:t>File API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Reading file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Getting file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Getting file type</a:t>
            </a:r>
          </a:p>
          <a:p>
            <a:r>
              <a:rPr lang="en-US" dirty="0"/>
              <a:t>This creates modern upload systems.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7EC61-E2E2-8678-C1E6-11828DF07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826" y="2790323"/>
            <a:ext cx="5256573" cy="24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33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6486-8328-B16C-128A-499E1F6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Cache (</a:t>
            </a:r>
            <a:r>
              <a:rPr lang="en-US" dirty="0" err="1"/>
              <a:t>AppCache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DED8-439F-8586-260B-33409A99E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Cache allows: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website files offline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website without internet</a:t>
            </a:r>
          </a:p>
          <a:p>
            <a:r>
              <a:rPr lang="en-US" dirty="0"/>
              <a:t>BUT </a:t>
            </a:r>
          </a:p>
          <a:p>
            <a:r>
              <a:rPr lang="en-US" dirty="0"/>
              <a:t> </a:t>
            </a:r>
            <a:r>
              <a:rPr lang="en-US" dirty="0" err="1"/>
              <a:t>AppCache</a:t>
            </a:r>
            <a:r>
              <a:rPr lang="en-US" dirty="0"/>
              <a:t> is deprecated now.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88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01B4-FEF5-C65B-547E-D723B7E5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AppCache</a:t>
            </a:r>
            <a:r>
              <a:rPr lang="en-US" dirty="0"/>
              <a:t> Was Removed?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2938-97E4-AC88-C928-7193AA57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5663"/>
            <a:ext cx="8596668" cy="5462337"/>
          </a:xfrm>
        </p:spPr>
        <p:txBody>
          <a:bodyPr>
            <a:normAutofit/>
          </a:bodyPr>
          <a:lstStyle/>
          <a:p>
            <a:r>
              <a:rPr lang="en-US" dirty="0"/>
              <a:t>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update cache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error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issues</a:t>
            </a:r>
          </a:p>
          <a:p>
            <a:r>
              <a:rPr lang="en-US" dirty="0"/>
              <a:t>It has been replaced by:</a:t>
            </a:r>
          </a:p>
          <a:p>
            <a:r>
              <a:rPr lang="en-US" dirty="0"/>
              <a:t> Service Workers</a:t>
            </a:r>
          </a:p>
          <a:p>
            <a:r>
              <a:rPr lang="en-US" dirty="0"/>
              <a:t>Service Worker is a script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in 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caching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offline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Intercepts network requests</a:t>
            </a:r>
          </a:p>
          <a:p>
            <a:r>
              <a:rPr lang="en-US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Progressive Web Apps (PWAs)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81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3236-6CFC-A8DA-6CB2-EC98564A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Offline Usage in Modern Web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A35D-0779-FDDD-99F5-4173F05CD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Offline Features 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Cache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IndexedDB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Manifest</a:t>
            </a:r>
          </a:p>
          <a:p>
            <a:r>
              <a:rPr lang="en-US" dirty="0"/>
              <a:t>This makes website installable &amp; offline-ready.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334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184F-4662-52A4-8016-464974AC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64" y="394495"/>
            <a:ext cx="8596668" cy="1320800"/>
          </a:xfrm>
        </p:spPr>
        <p:txBody>
          <a:bodyPr/>
          <a:lstStyle/>
          <a:p>
            <a:r>
              <a:rPr lang="en-US" dirty="0"/>
              <a:t>Practical – Get User Location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6A3EB6-9CC7-A8E2-FEE0-5C2CB7542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17"/>
          <a:stretch/>
        </p:blipFill>
        <p:spPr>
          <a:xfrm>
            <a:off x="4046836" y="1054893"/>
            <a:ext cx="6204070" cy="580310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551D7-E487-8E31-24B8-37482C35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57"/>
          <a:stretch/>
        </p:blipFill>
        <p:spPr>
          <a:xfrm>
            <a:off x="0" y="1054894"/>
            <a:ext cx="3806204" cy="580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1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0980D-CA25-0BB7-9F97-84E0A3B9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01"/>
          <a:stretch/>
        </p:blipFill>
        <p:spPr>
          <a:xfrm>
            <a:off x="0" y="0"/>
            <a:ext cx="636871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9D5264-5CE7-E300-97E9-73780E1A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2"/>
          <a:stretch/>
        </p:blipFill>
        <p:spPr>
          <a:xfrm>
            <a:off x="6517342" y="0"/>
            <a:ext cx="7148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3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7AF3-EDD6-DCEB-555E-75D3D75C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27DA-7C1B-F1CF-9DE3-54783F9D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361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448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Geolocation, Drag &amp; Drop, and Offline Web Technologie(HTML5)</vt:lpstr>
      <vt:lpstr>Introduction to Modern HTML5 APIs</vt:lpstr>
      <vt:lpstr>HTML5 Geolocation API</vt:lpstr>
      <vt:lpstr>Security &amp; Permission Model</vt:lpstr>
      <vt:lpstr>Geolocation Methods  </vt:lpstr>
      <vt:lpstr>Google Maps API Integration (Introduction)</vt:lpstr>
      <vt:lpstr>Steps to Use Google Maps API</vt:lpstr>
      <vt:lpstr>Display User Location on Map</vt:lpstr>
      <vt:lpstr>Drag and Drop API </vt:lpstr>
      <vt:lpstr>Drag and Drop Events</vt:lpstr>
      <vt:lpstr>Drag &amp; Drop File Upload</vt:lpstr>
      <vt:lpstr>Application Cache (AppCache)</vt:lpstr>
      <vt:lpstr>Why AppCache Was Removed?</vt:lpstr>
      <vt:lpstr>Offline Usage in Modern Web</vt:lpstr>
      <vt:lpstr>Practical – Get User Location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9</cp:revision>
  <dcterms:created xsi:type="dcterms:W3CDTF">2026-02-24T11:29:26Z</dcterms:created>
  <dcterms:modified xsi:type="dcterms:W3CDTF">2026-02-24T12:10:08Z</dcterms:modified>
</cp:coreProperties>
</file>