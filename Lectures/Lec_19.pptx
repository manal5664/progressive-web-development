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6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62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2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8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9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0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1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1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2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83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5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05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86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0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9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5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411457-AB9A-4581-85CB-A71C2CFE2D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005635-033E-4725-81AE-D94A9A527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7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18FB-8ADA-6CFD-2B85-89980208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2099733"/>
            <a:ext cx="8825659" cy="2677648"/>
          </a:xfrm>
        </p:spPr>
        <p:txBody>
          <a:bodyPr/>
          <a:lstStyle/>
          <a:p>
            <a:r>
              <a:rPr lang="en-US" dirty="0"/>
              <a:t>Responsive Design &amp; Media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4AF1A-F585-A268-0234-8F53937C93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419079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395F-9B34-FDA2-28F4-FB3F5D2F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Responsive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FEF2-6B6B-90CB-19F7-192F95121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54" y="2176780"/>
            <a:ext cx="10457926" cy="46812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Responsive Design means:</a:t>
            </a:r>
          </a:p>
          <a:p>
            <a:r>
              <a:rPr lang="en-US" dirty="0"/>
              <a:t> Website automatically adjusts according to screen size.</a:t>
            </a:r>
          </a:p>
          <a:p>
            <a:r>
              <a:rPr lang="en-US" dirty="0"/>
              <a:t>Devices: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screens</a:t>
            </a:r>
          </a:p>
          <a:p>
            <a:r>
              <a:rPr lang="en-US" dirty="0"/>
              <a:t>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user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horizontal scroll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layout on every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5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0323-7487-DAB8-79B5-48580E5F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79176"/>
            <a:ext cx="8825659" cy="706964"/>
          </a:xfrm>
        </p:spPr>
        <p:txBody>
          <a:bodyPr/>
          <a:lstStyle/>
          <a:p>
            <a:r>
              <a:rPr lang="en-US" dirty="0"/>
              <a:t>Why Responsive Design is Important?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EF43B1-FF8F-B683-D139-885FB2D48D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184299"/>
            <a:ext cx="7391169" cy="3590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70%+ traffic from mobile</a:t>
            </a:r>
          </a:p>
          <a:p>
            <a:pPr>
              <a:lnSpc>
                <a:spcPct val="150000"/>
              </a:lnSpc>
            </a:pPr>
            <a:r>
              <a:rPr lang="en-US" dirty="0"/>
              <a:t>Google prefers mobile-friendly websites</a:t>
            </a:r>
          </a:p>
          <a:p>
            <a:pPr>
              <a:lnSpc>
                <a:spcPct val="150000"/>
              </a:lnSpc>
            </a:pPr>
            <a:r>
              <a:rPr lang="en-US" dirty="0"/>
              <a:t>Better SEO</a:t>
            </a:r>
          </a:p>
          <a:p>
            <a:pPr>
              <a:lnSpc>
                <a:spcPct val="150000"/>
              </a:lnSpc>
            </a:pPr>
            <a:r>
              <a:rPr lang="en-US" dirty="0"/>
              <a:t>Better accessibility</a:t>
            </a:r>
          </a:p>
          <a:p>
            <a:pPr>
              <a:lnSpc>
                <a:spcPct val="150000"/>
              </a:lnSpc>
            </a:pPr>
            <a:r>
              <a:rPr lang="en-US" dirty="0"/>
              <a:t>Improved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36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CC3B-6639-066F-BF12-940647A4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Mobile-First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35EC-C268-3FF7-6F1C-FB185B4ED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27800" cy="4518269"/>
          </a:xfrm>
        </p:spPr>
        <p:txBody>
          <a:bodyPr>
            <a:normAutofit/>
          </a:bodyPr>
          <a:lstStyle/>
          <a:p>
            <a:r>
              <a:rPr lang="en-US" dirty="0"/>
              <a:t>Mobile-first means:</a:t>
            </a:r>
          </a:p>
          <a:p>
            <a:r>
              <a:rPr lang="en-US" dirty="0"/>
              <a:t>First design for small screen.</a:t>
            </a:r>
          </a:p>
          <a:p>
            <a:r>
              <a:rPr lang="en-US" dirty="0"/>
              <a:t>Then scale up for larger screens</a:t>
            </a:r>
          </a:p>
          <a:p>
            <a:r>
              <a:rPr lang="en-US" dirty="0"/>
              <a:t>Why?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screen has limited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Forces clean &amp; simple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performance</a:t>
            </a:r>
          </a:p>
          <a:p>
            <a:r>
              <a:rPr lang="en-US" dirty="0"/>
              <a:t>Strategy: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base CSS for mobile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media queries for larger screens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4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B07D-B9DA-63FF-9C9C-38947717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Meta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835D-0D55-3BC9-E26F-9C6C80485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42000" cy="34163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Adjust page width to device width</a:t>
            </a:r>
          </a:p>
          <a:p>
            <a:pPr>
              <a:lnSpc>
                <a:spcPct val="200000"/>
              </a:lnSpc>
            </a:pPr>
            <a:r>
              <a:rPr lang="en-US" dirty="0"/>
              <a:t>Prevent zoom issues</a:t>
            </a:r>
          </a:p>
          <a:p>
            <a:pPr>
              <a:lnSpc>
                <a:spcPct val="200000"/>
              </a:lnSpc>
            </a:pPr>
            <a:r>
              <a:rPr lang="en-US" dirty="0"/>
              <a:t>Enable proper scaling</a:t>
            </a:r>
          </a:p>
          <a:p>
            <a:pPr>
              <a:lnSpc>
                <a:spcPct val="200000"/>
              </a:lnSpc>
            </a:pPr>
            <a:r>
              <a:rPr lang="en-US" dirty="0"/>
              <a:t>&lt;meta name="viewport" content="width=device-width, initial-scale=1.0"&gt;</a:t>
            </a:r>
          </a:p>
        </p:txBody>
      </p:sp>
    </p:spTree>
    <p:extLst>
      <p:ext uri="{BB962C8B-B14F-4D97-AF65-F5344CB8AC3E}">
        <p14:creationId xmlns:p14="http://schemas.microsoft.com/office/powerpoint/2010/main" val="390405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BFA4-DE53-4642-EAB9-F79829E1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4FFD7-8375-DBB4-914B-1A814F843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7783" y="1680633"/>
            <a:ext cx="5232094" cy="51277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6A197A-D10E-15AE-257E-44DA1562AF8D}"/>
              </a:ext>
            </a:extLst>
          </p:cNvPr>
          <p:cNvSpPr txBox="1"/>
          <p:nvPr/>
        </p:nvSpPr>
        <p:spPr>
          <a:xfrm>
            <a:off x="655027" y="3200284"/>
            <a:ext cx="6093068" cy="166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@media (min-width: 600px)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@media (min-width: 768px)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@media (min-width: 1024px)</a:t>
            </a:r>
          </a:p>
        </p:txBody>
      </p:sp>
    </p:spTree>
    <p:extLst>
      <p:ext uri="{BB962C8B-B14F-4D97-AF65-F5344CB8AC3E}">
        <p14:creationId xmlns:p14="http://schemas.microsoft.com/office/powerpoint/2010/main" val="352833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F6AE-C78F-CFA9-9134-A4A07253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Hide / Show Content Based on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07F49-E92F-A39A-916F-FB58277F1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3962169" cy="3416300"/>
          </a:xfrm>
        </p:spPr>
        <p:txBody>
          <a:bodyPr/>
          <a:lstStyle/>
          <a:p>
            <a:r>
              <a:rPr lang="en-US" dirty="0"/>
              <a:t>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navigation menus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layouts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Optimized content display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B4097-2B13-8F25-DE9E-34ABA3DF9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559" y="1680633"/>
            <a:ext cx="3523517" cy="517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1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23FC-6D72-7BAB-7E6E-0D8BA322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61" y="562778"/>
            <a:ext cx="11154277" cy="706964"/>
          </a:xfrm>
        </p:spPr>
        <p:txBody>
          <a:bodyPr/>
          <a:lstStyle/>
          <a:p>
            <a:r>
              <a:rPr lang="en-US" dirty="0"/>
              <a:t>Practical: COMPLETE RESPONSIVE BLOG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C13CD-8900-2DE9-6723-1A461186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7EDF7-6BD7-6930-1CD6-8BCDFBED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7" y="1316516"/>
            <a:ext cx="10894614" cy="554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31DE-86B9-0626-B1C5-D9A776AB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6DD9-B42B-0359-B6E7-FA8B1716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5F8DC-54A1-E318-17FA-D93F75BC03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0"/>
          <a:stretch/>
        </p:blipFill>
        <p:spPr>
          <a:xfrm>
            <a:off x="507694" y="446814"/>
            <a:ext cx="3200400" cy="596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68F25-428D-5F37-7CDE-7711D092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463" y="446814"/>
            <a:ext cx="6153150" cy="596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67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193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Responsive Design &amp; Media Queries</vt:lpstr>
      <vt:lpstr>What is Responsive Design?</vt:lpstr>
      <vt:lpstr>Why Responsive Design is Important?</vt:lpstr>
      <vt:lpstr>Mobile-First Design Principles</vt:lpstr>
      <vt:lpstr>Viewport Meta Tag</vt:lpstr>
      <vt:lpstr>Media Queries</vt:lpstr>
      <vt:lpstr>Hide / Show Content Based on Screen</vt:lpstr>
      <vt:lpstr>Practical: COMPLETE RESPONSIVE BLOG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6</cp:revision>
  <dcterms:created xsi:type="dcterms:W3CDTF">2026-02-24T12:10:15Z</dcterms:created>
  <dcterms:modified xsi:type="dcterms:W3CDTF">2026-02-24T12:24:53Z</dcterms:modified>
</cp:coreProperties>
</file>